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D2C9C-2DFE-4785-B394-34C58A4E4CA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0ECE1DC9-A8D9-4F52-9364-554B91E54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95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D2C9C-2DFE-4785-B394-34C58A4E4CA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1DC9-A8D9-4F52-9364-554B91E54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034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BA1D2C9C-2DFE-4785-B394-34C58A4E4CA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ECE1DC9-A8D9-4F52-9364-554B91E54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195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D2C9C-2DFE-4785-B394-34C58A4E4CA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1DC9-A8D9-4F52-9364-554B91E54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594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D2C9C-2DFE-4785-B394-34C58A4E4CA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1DC9-A8D9-4F52-9364-554B91E54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819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D2C9C-2DFE-4785-B394-34C58A4E4CA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1DC9-A8D9-4F52-9364-554B91E54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533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D2C9C-2DFE-4785-B394-34C58A4E4CA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1DC9-A8D9-4F52-9364-554B91E54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20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D2C9C-2DFE-4785-B394-34C58A4E4CA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1DC9-A8D9-4F52-9364-554B91E54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904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D2C9C-2DFE-4785-B394-34C58A4E4CA5}" type="datetimeFigureOut">
              <a:rPr lang="en-US" smtClean="0"/>
              <a:t>2/12/2026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1DC9-A8D9-4F52-9364-554B91E54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561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D2C9C-2DFE-4785-B394-34C58A4E4CA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1DC9-A8D9-4F52-9364-554B91E54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11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D2C9C-2DFE-4785-B394-34C58A4E4CA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1DC9-A8D9-4F52-9364-554B91E54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65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BA1D2C9C-2DFE-4785-B394-34C58A4E4CA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0ECE1DC9-A8D9-4F52-9364-554B91E54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645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033A6-3D8C-EC15-C076-00E2547F88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Oop</a:t>
            </a:r>
            <a:r>
              <a:rPr lang="en-US" dirty="0"/>
              <a:t> Week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CA3031-67A3-72F7-47F7-A6F4A95B36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268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deoplayback">
            <a:hlinkClick r:id="" action="ppaction://media"/>
            <a:extLst>
              <a:ext uri="{FF2B5EF4-FFF2-40B4-BE49-F238E27FC236}">
                <a16:creationId xmlns:a16="http://schemas.microsoft.com/office/drawing/2014/main" id="{1410C228-3511-4305-0AF4-48FBFB4782B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48000" y="1714500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199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7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74272-E249-E094-EF16-ADAB37EB5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389" y="2624328"/>
            <a:ext cx="10058400" cy="1609344"/>
          </a:xfrm>
        </p:spPr>
        <p:txBody>
          <a:bodyPr/>
          <a:lstStyle/>
          <a:p>
            <a:r>
              <a:rPr lang="en-US" dirty="0"/>
              <a:t>What is the price of the bottle?</a:t>
            </a:r>
          </a:p>
        </p:txBody>
      </p:sp>
    </p:spTree>
    <p:extLst>
      <p:ext uri="{BB962C8B-B14F-4D97-AF65-F5344CB8AC3E}">
        <p14:creationId xmlns:p14="http://schemas.microsoft.com/office/powerpoint/2010/main" val="3163241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944D7-0B39-E64B-68AD-C010F9D6E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070B8-C4B5-A455-5AC1-A8136709B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389" y="2624328"/>
            <a:ext cx="10058400" cy="1609344"/>
          </a:xfrm>
        </p:spPr>
        <p:txBody>
          <a:bodyPr/>
          <a:lstStyle/>
          <a:p>
            <a:r>
              <a:rPr lang="en-US" dirty="0"/>
              <a:t>Where is the bottle manufactured?</a:t>
            </a:r>
          </a:p>
        </p:txBody>
      </p:sp>
    </p:spTree>
    <p:extLst>
      <p:ext uri="{BB962C8B-B14F-4D97-AF65-F5344CB8AC3E}">
        <p14:creationId xmlns:p14="http://schemas.microsoft.com/office/powerpoint/2010/main" val="2502994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5D882-455A-5AB1-5FC0-83BB11888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2162F-82D7-8F48-D95E-CF562D65B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389" y="2624328"/>
            <a:ext cx="10058400" cy="1609344"/>
          </a:xfrm>
        </p:spPr>
        <p:txBody>
          <a:bodyPr/>
          <a:lstStyle/>
          <a:p>
            <a:r>
              <a:rPr lang="en-US" dirty="0"/>
              <a:t>What is the total stock?</a:t>
            </a:r>
          </a:p>
        </p:txBody>
      </p:sp>
    </p:spTree>
    <p:extLst>
      <p:ext uri="{BB962C8B-B14F-4D97-AF65-F5344CB8AC3E}">
        <p14:creationId xmlns:p14="http://schemas.microsoft.com/office/powerpoint/2010/main" val="2412519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046FC-1203-98DF-73AB-E4C51E93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CF764-3A50-D922-42F6-545B1A70C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389" y="2624328"/>
            <a:ext cx="10058400" cy="1609344"/>
          </a:xfrm>
        </p:spPr>
        <p:txBody>
          <a:bodyPr/>
          <a:lstStyle/>
          <a:p>
            <a:r>
              <a:rPr lang="en-US" dirty="0"/>
              <a:t>What is the expiry date?</a:t>
            </a:r>
          </a:p>
        </p:txBody>
      </p:sp>
    </p:spTree>
    <p:extLst>
      <p:ext uri="{BB962C8B-B14F-4D97-AF65-F5344CB8AC3E}">
        <p14:creationId xmlns:p14="http://schemas.microsoft.com/office/powerpoint/2010/main" val="2766501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BC7F3-1DFC-76C7-EA93-6FF4BAE5E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433BB-ADC6-8439-0F69-AEE6FF613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389" y="2624328"/>
            <a:ext cx="10058400" cy="1609344"/>
          </a:xfrm>
        </p:spPr>
        <p:txBody>
          <a:bodyPr/>
          <a:lstStyle/>
          <a:p>
            <a:r>
              <a:rPr lang="en-US" dirty="0"/>
              <a:t>Display the bottle details?</a:t>
            </a:r>
          </a:p>
        </p:txBody>
      </p:sp>
    </p:spTree>
    <p:extLst>
      <p:ext uri="{BB962C8B-B14F-4D97-AF65-F5344CB8AC3E}">
        <p14:creationId xmlns:p14="http://schemas.microsoft.com/office/powerpoint/2010/main" val="10168932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</TotalTime>
  <Words>34</Words>
  <Application>Microsoft Office PowerPoint</Application>
  <PresentationFormat>Widescreen</PresentationFormat>
  <Paragraphs>6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Rockwell</vt:lpstr>
      <vt:lpstr>Rockwell Condensed</vt:lpstr>
      <vt:lpstr>Wingdings</vt:lpstr>
      <vt:lpstr>Wood Type</vt:lpstr>
      <vt:lpstr>Oop Week 2</vt:lpstr>
      <vt:lpstr>PowerPoint Presentation</vt:lpstr>
      <vt:lpstr>What is the price of the bottle?</vt:lpstr>
      <vt:lpstr>Where is the bottle manufactured?</vt:lpstr>
      <vt:lpstr>What is the total stock?</vt:lpstr>
      <vt:lpstr>What is the expiry date?</vt:lpstr>
      <vt:lpstr>Display the bottle details?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</dc:creator>
  <cp:lastModifiedBy>student</cp:lastModifiedBy>
  <cp:revision>2</cp:revision>
  <dcterms:created xsi:type="dcterms:W3CDTF">2026-02-12T08:50:32Z</dcterms:created>
  <dcterms:modified xsi:type="dcterms:W3CDTF">2026-02-12T08:53:17Z</dcterms:modified>
</cp:coreProperties>
</file>