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3"/>
  </p:notesMasterIdLst>
  <p:sldIdLst>
    <p:sldId id="256" r:id="rId2"/>
    <p:sldId id="260" r:id="rId3"/>
    <p:sldId id="286" r:id="rId4"/>
    <p:sldId id="285" r:id="rId5"/>
    <p:sldId id="287" r:id="rId6"/>
    <p:sldId id="288" r:id="rId7"/>
    <p:sldId id="289" r:id="rId8"/>
    <p:sldId id="290" r:id="rId9"/>
    <p:sldId id="291" r:id="rId10"/>
    <p:sldId id="292" r:id="rId11"/>
    <p:sldId id="272" r:id="rId12"/>
  </p:sldIdLst>
  <p:sldSz cx="18288000" cy="10287000"/>
  <p:notesSz cx="6858000" cy="9144000"/>
  <p:embeddedFontLst>
    <p:embeddedFont>
      <p:font typeface="Cascadia Code Light" panose="020B0609020000020004" pitchFamily="49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Anton" panose="020B0604020202020204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34" y="43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450380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2916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1723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  <p:sp>
        <p:nvSpPr>
          <p:cNvPr id="761" name="Google Shape;7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446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  <p:sp>
        <p:nvSpPr>
          <p:cNvPr id="761" name="Google Shape;7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9081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  <p:sp>
        <p:nvSpPr>
          <p:cNvPr id="761" name="Google Shape;7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0824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  <p:sp>
        <p:nvSpPr>
          <p:cNvPr id="761" name="Google Shape;7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5613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  <p:sp>
        <p:nvSpPr>
          <p:cNvPr id="761" name="Google Shape;7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75382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  <p:sp>
        <p:nvSpPr>
          <p:cNvPr id="761" name="Google Shape;7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4099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  <p:sp>
        <p:nvSpPr>
          <p:cNvPr id="761" name="Google Shape;7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58902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  <p:sp>
        <p:nvSpPr>
          <p:cNvPr id="761" name="Google Shape;7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25798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8" name="Google Shape;16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0663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>
            <a:spLocks noGrp="1"/>
          </p:cNvSpPr>
          <p:nvPr>
            <p:ph type="title"/>
          </p:nvPr>
        </p:nvSpPr>
        <p:spPr>
          <a:xfrm>
            <a:off x="655875" y="2637975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"/>
          <p:cNvSpPr txBox="1">
            <a:spLocks noGrp="1"/>
          </p:cNvSpPr>
          <p:nvPr>
            <p:ph type="body" idx="1"/>
          </p:nvPr>
        </p:nvSpPr>
        <p:spPr>
          <a:xfrm>
            <a:off x="1981225" y="5942025"/>
            <a:ext cx="69273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57" name="Google Shape;57;p4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58" name="Google Shape;58;p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62" name="Google Shape;62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" name="Google Shape;64;p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65" name="Google Shape;65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p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68" name="Google Shape;68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" name="Google Shape;70;p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71" name="Google Shape;71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" name="Google Shape;73;p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74" name="Google Shape;74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" name="Google Shape;76;p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77" name="Google Shape;77;p4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" name="Google Shape;79;p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80" name="Google Shape;80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" name="Google Shape;82;p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83" name="Google Shape;83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5" name="Google Shape;85;p4"/>
          <p:cNvGrpSpPr/>
          <p:nvPr/>
        </p:nvGrpSpPr>
        <p:grpSpPr>
          <a:xfrm>
            <a:off x="503084" y="428766"/>
            <a:ext cx="5851052" cy="1310243"/>
            <a:chOff x="2" y="-564"/>
            <a:chExt cx="7801403" cy="1746991"/>
          </a:xfrm>
        </p:grpSpPr>
        <p:grpSp>
          <p:nvGrpSpPr>
            <p:cNvPr id="86" name="Google Shape;86;p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87" name="Google Shape;87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" name="Google Shape;89;p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90" name="Google Shape;90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" name="Google Shape;92;p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93" name="Google Shape;93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" name="Google Shape;95;p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96" name="Google Shape;96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99" name="Google Shape;99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" name="Google Shape;101;p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02" name="Google Shape;102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" name="Google Shape;104;p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05" name="Google Shape;105;p4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" name="Google Shape;107;p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08" name="Google Shape;108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" name="Google Shape;110;p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11" name="Google Shape;111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3" name="Google Shape;113;p4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114" name="Google Shape;114;p4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115" name="Google Shape;115;p4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4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" name="Google Shape;117;p4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118" name="Google Shape;118;p4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4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" name="Google Shape;120;p4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121" name="Google Shape;121;p4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" name="Google Shape;123;p4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124" name="Google Shape;124;p4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4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>
            <a:spLocks noGrp="1"/>
          </p:cNvSpPr>
          <p:nvPr>
            <p:ph type="title"/>
          </p:nvPr>
        </p:nvSpPr>
        <p:spPr>
          <a:xfrm>
            <a:off x="740850" y="1382675"/>
            <a:ext cx="168063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body" idx="1"/>
          </p:nvPr>
        </p:nvSpPr>
        <p:spPr>
          <a:xfrm>
            <a:off x="2579688" y="65976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5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5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129" name="Google Shape;129;p5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130" name="Google Shape;130;p5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131" name="Google Shape;131;p5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5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5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134" name="Google Shape;134;p5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5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" name="Google Shape;136;p5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137" name="Google Shape;137;p5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5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" name="Google Shape;139;p5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140" name="Google Shape;140;p5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5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2" name="Google Shape;142;p5"/>
          <p:cNvSpPr/>
          <p:nvPr/>
        </p:nvSpPr>
        <p:spPr>
          <a:xfrm>
            <a:off x="16422857" y="6279622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3" name="Google Shape;143;p5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44" name="Google Shape;144;p5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45" name="Google Shape;145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5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48" name="Google Shape;148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" name="Google Shape;150;p5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51" name="Google Shape;151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5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57" name="Google Shape;157;p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5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60" name="Google Shape;160;p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5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63" name="Google Shape;163;p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5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" name="Google Shape;165;p5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66" name="Google Shape;166;p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" name="Google Shape;168;p5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69" name="Google Shape;169;p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>
            <a:spLocks noGrp="1"/>
          </p:cNvSpPr>
          <p:nvPr>
            <p:ph type="title"/>
          </p:nvPr>
        </p:nvSpPr>
        <p:spPr>
          <a:xfrm>
            <a:off x="671525" y="2586675"/>
            <a:ext cx="165951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6"/>
          <p:cNvSpPr txBox="1">
            <a:spLocks noGrp="1"/>
          </p:cNvSpPr>
          <p:nvPr>
            <p:ph type="body" idx="1"/>
          </p:nvPr>
        </p:nvSpPr>
        <p:spPr>
          <a:xfrm>
            <a:off x="3219425" y="5529250"/>
            <a:ext cx="5643300" cy="29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marL="914400" lvl="1" indent="-3238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marL="1371600" lvl="2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marL="2286000" lvl="4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marL="2743200" lvl="5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6"/>
          <p:cNvSpPr txBox="1">
            <a:spLocks noGrp="1"/>
          </p:cNvSpPr>
          <p:nvPr>
            <p:ph type="body" idx="2"/>
          </p:nvPr>
        </p:nvSpPr>
        <p:spPr>
          <a:xfrm>
            <a:off x="9075569" y="5529250"/>
            <a:ext cx="5643300" cy="29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marL="914400" lvl="1" indent="-3238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marL="1371600" lvl="2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marL="2286000" lvl="4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marL="2743200" lvl="5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grpSp>
        <p:nvGrpSpPr>
          <p:cNvPr id="175" name="Google Shape;175;p6"/>
          <p:cNvGrpSpPr/>
          <p:nvPr/>
        </p:nvGrpSpPr>
        <p:grpSpPr>
          <a:xfrm>
            <a:off x="417483" y="242355"/>
            <a:ext cx="5851052" cy="1310243"/>
            <a:chOff x="0" y="-241102"/>
            <a:chExt cx="7801402" cy="1746991"/>
          </a:xfrm>
        </p:grpSpPr>
        <p:grpSp>
          <p:nvGrpSpPr>
            <p:cNvPr id="176" name="Google Shape;176;p6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177" name="Google Shape;177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" name="Google Shape;179;p6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180" name="Google Shape;180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" name="Google Shape;182;p6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183" name="Google Shape;183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" name="Google Shape;185;p6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186" name="Google Shape;186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6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189" name="Google Shape;189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6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192" name="Google Shape;192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" name="Google Shape;194;p6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195" name="Google Shape;195;p6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7" name="Google Shape;197;p6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198" name="Google Shape;198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0" name="Google Shape;200;p6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201" name="Google Shape;201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3" name="Google Shape;203;p6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04" name="Google Shape;204;p6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05" name="Google Shape;205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6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08" name="Google Shape;208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" name="Google Shape;210;p6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11" name="Google Shape;211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3" name="Google Shape;213;p6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14" name="Google Shape;214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" name="Google Shape;216;p6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17" name="Google Shape;217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6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20" name="Google Shape;220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" name="Google Shape;222;p6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23" name="Google Shape;223;p6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6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1" name="Google Shape;231;p6"/>
          <p:cNvSpPr/>
          <p:nvPr/>
        </p:nvSpPr>
        <p:spPr>
          <a:xfrm>
            <a:off x="14123600" y="4763750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32" name="Google Shape;232;p6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233" name="Google Shape;233;p6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234" name="Google Shape;234;p6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6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p6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237" name="Google Shape;237;p6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6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" name="Google Shape;239;p6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240" name="Google Shape;240;p6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6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2" name="Google Shape;242;p6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243" name="Google Shape;243;p6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6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"/>
          <p:cNvSpPr txBox="1">
            <a:spLocks noGrp="1"/>
          </p:cNvSpPr>
          <p:nvPr>
            <p:ph type="title"/>
          </p:nvPr>
        </p:nvSpPr>
        <p:spPr>
          <a:xfrm>
            <a:off x="576300" y="2672488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7"/>
          <p:cNvSpPr txBox="1">
            <a:spLocks noGrp="1"/>
          </p:cNvSpPr>
          <p:nvPr>
            <p:ph type="body" idx="1"/>
          </p:nvPr>
        </p:nvSpPr>
        <p:spPr>
          <a:xfrm>
            <a:off x="1528775" y="5556275"/>
            <a:ext cx="50142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marL="914400" lvl="1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marL="1371600" lvl="2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marL="2286000" lvl="4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marL="2743200" lvl="5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7"/>
          <p:cNvSpPr txBox="1">
            <a:spLocks noGrp="1"/>
          </p:cNvSpPr>
          <p:nvPr>
            <p:ph type="body" idx="2"/>
          </p:nvPr>
        </p:nvSpPr>
        <p:spPr>
          <a:xfrm>
            <a:off x="6726129" y="5556275"/>
            <a:ext cx="50160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marL="914400" lvl="1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marL="1371600" lvl="2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marL="2286000" lvl="4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marL="2743200" lvl="5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grpSp>
        <p:nvGrpSpPr>
          <p:cNvPr id="249" name="Google Shape;249;p7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50" name="Google Shape;250;p7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51" name="Google Shape;251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" name="Google Shape;253;p7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54" name="Google Shape;254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" name="Google Shape;256;p7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57" name="Google Shape;257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7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60" name="Google Shape;260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7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63" name="Google Shape;263;p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5" name="Google Shape;265;p7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66" name="Google Shape;266;p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" name="Google Shape;268;p7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69" name="Google Shape;269;p7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7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1" name="Google Shape;271;p7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72" name="Google Shape;272;p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4" name="Google Shape;274;p7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75" name="Google Shape;275;p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7" name="Google Shape;277;p7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278" name="Google Shape;278;p7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279" name="Google Shape;279;p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7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p7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282" name="Google Shape;282;p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7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4" name="Google Shape;284;p7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285" name="Google Shape;285;p7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7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7" name="Google Shape;287;p7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288" name="Google Shape;288;p7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7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0" name="Google Shape;290;p7"/>
          <p:cNvSpPr/>
          <p:nvPr/>
        </p:nvSpPr>
        <p:spPr>
          <a:xfrm>
            <a:off x="15378768" y="4930826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9"/>
          <p:cNvSpPr txBox="1">
            <a:spLocks noGrp="1"/>
          </p:cNvSpPr>
          <p:nvPr>
            <p:ph type="title"/>
          </p:nvPr>
        </p:nvSpPr>
        <p:spPr>
          <a:xfrm>
            <a:off x="742950" y="4058913"/>
            <a:ext cx="164046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337" name="Google Shape;337;p9"/>
          <p:cNvSpPr txBox="1">
            <a:spLocks noGrp="1"/>
          </p:cNvSpPr>
          <p:nvPr>
            <p:ph type="body" idx="1"/>
          </p:nvPr>
        </p:nvSpPr>
        <p:spPr>
          <a:xfrm>
            <a:off x="5336650" y="5817575"/>
            <a:ext cx="7453200" cy="30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marL="914400" lvl="1" indent="-32385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marL="1371600" lvl="2" indent="-3238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marL="2286000" lvl="4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marL="2743200" lvl="5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sp>
        <p:nvSpPr>
          <p:cNvPr id="338" name="Google Shape;338;p9"/>
          <p:cNvSpPr txBox="1">
            <a:spLocks noGrp="1"/>
          </p:cNvSpPr>
          <p:nvPr>
            <p:ph type="body" idx="2"/>
          </p:nvPr>
        </p:nvSpPr>
        <p:spPr>
          <a:xfrm>
            <a:off x="742950" y="5817580"/>
            <a:ext cx="4386600" cy="3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339" name="Google Shape;339;p9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340" name="Google Shape;340;p9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341" name="Google Shape;341;p9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9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" name="Google Shape;343;p9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344" name="Google Shape;344;p9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9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6" name="Google Shape;346;p9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347" name="Google Shape;347;p9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9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9" name="Google Shape;349;p9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350" name="Google Shape;350;p9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9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2" name="Google Shape;352;p9"/>
          <p:cNvSpPr/>
          <p:nvPr/>
        </p:nvSpPr>
        <p:spPr>
          <a:xfrm>
            <a:off x="14580281" y="4222181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53" name="Google Shape;353;p9"/>
          <p:cNvGrpSpPr/>
          <p:nvPr/>
        </p:nvGrpSpPr>
        <p:grpSpPr>
          <a:xfrm>
            <a:off x="12072976" y="8575885"/>
            <a:ext cx="5851052" cy="1310243"/>
            <a:chOff x="2" y="-564"/>
            <a:chExt cx="7801403" cy="1746991"/>
          </a:xfrm>
        </p:grpSpPr>
        <p:grpSp>
          <p:nvGrpSpPr>
            <p:cNvPr id="354" name="Google Shape;354;p9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355" name="Google Shape;355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7" name="Google Shape;357;p9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358" name="Google Shape;358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0" name="Google Shape;360;p9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361" name="Google Shape;361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3" name="Google Shape;363;p9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364" name="Google Shape;364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6" name="Google Shape;366;p9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367" name="Google Shape;367;p9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9" name="Google Shape;369;p9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370" name="Google Shape;370;p9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2" name="Google Shape;372;p9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373" name="Google Shape;373;p9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9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5" name="Google Shape;375;p9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376" name="Google Shape;376;p9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8" name="Google Shape;378;p9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379" name="Google Shape;379;p9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0"/>
          <p:cNvSpPr txBox="1">
            <a:spLocks noGrp="1"/>
          </p:cNvSpPr>
          <p:nvPr>
            <p:ph type="title"/>
          </p:nvPr>
        </p:nvSpPr>
        <p:spPr>
          <a:xfrm>
            <a:off x="1002575" y="4737700"/>
            <a:ext cx="168717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383" name="Google Shape;383;p10"/>
          <p:cNvSpPr>
            <a:spLocks noGrp="1"/>
          </p:cNvSpPr>
          <p:nvPr>
            <p:ph type="pic" idx="2"/>
          </p:nvPr>
        </p:nvSpPr>
        <p:spPr>
          <a:xfrm>
            <a:off x="1125547" y="5629275"/>
            <a:ext cx="4245000" cy="31839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10"/>
          <p:cNvSpPr txBox="1">
            <a:spLocks noGrp="1"/>
          </p:cNvSpPr>
          <p:nvPr>
            <p:ph type="body" idx="1"/>
          </p:nvPr>
        </p:nvSpPr>
        <p:spPr>
          <a:xfrm>
            <a:off x="6159513" y="608168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10"/>
          <p:cNvSpPr/>
          <p:nvPr/>
        </p:nvSpPr>
        <p:spPr>
          <a:xfrm>
            <a:off x="14398941" y="5079095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86" name="Google Shape;386;p10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387" name="Google Shape;387;p10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388" name="Google Shape;388;p10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10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" name="Google Shape;390;p10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391" name="Google Shape;391;p10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10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3" name="Google Shape;393;p10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394" name="Google Shape;394;p10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10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6" name="Google Shape;396;p10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397" name="Google Shape;397;p10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10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9" name="Google Shape;399;p10"/>
          <p:cNvGrpSpPr/>
          <p:nvPr/>
        </p:nvGrpSpPr>
        <p:grpSpPr>
          <a:xfrm rot="10800000">
            <a:off x="8547898" y="480862"/>
            <a:ext cx="5851052" cy="1310243"/>
            <a:chOff x="2" y="-564"/>
            <a:chExt cx="7801403" cy="1746991"/>
          </a:xfrm>
        </p:grpSpPr>
        <p:grpSp>
          <p:nvGrpSpPr>
            <p:cNvPr id="400" name="Google Shape;400;p1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401" name="Google Shape;401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3" name="Google Shape;403;p1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404" name="Google Shape;404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6" name="Google Shape;406;p1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407" name="Google Shape;407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9" name="Google Shape;409;p1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410" name="Google Shape;410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2" name="Google Shape;412;p1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413" name="Google Shape;413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5" name="Google Shape;415;p1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416" name="Google Shape;416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8" name="Google Shape;418;p1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419" name="Google Shape;419;p10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1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1" name="Google Shape;421;p1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422" name="Google Shape;422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4" name="Google Shape;424;p1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425" name="Google Shape;425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7" name="Google Shape;427;p10"/>
          <p:cNvGrpSpPr/>
          <p:nvPr/>
        </p:nvGrpSpPr>
        <p:grpSpPr>
          <a:xfrm rot="10800000">
            <a:off x="12023215" y="8251029"/>
            <a:ext cx="5851052" cy="1310243"/>
            <a:chOff x="2" y="-564"/>
            <a:chExt cx="7801403" cy="1746991"/>
          </a:xfrm>
        </p:grpSpPr>
        <p:grpSp>
          <p:nvGrpSpPr>
            <p:cNvPr id="428" name="Google Shape;428;p1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429" name="Google Shape;429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1" name="Google Shape;431;p1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432" name="Google Shape;432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4" name="Google Shape;434;p1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435" name="Google Shape;435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7" name="Google Shape;437;p1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438" name="Google Shape;438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0" name="Google Shape;440;p1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441" name="Google Shape;441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3" name="Google Shape;443;p1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444" name="Google Shape;444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6" name="Google Shape;446;p1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447" name="Google Shape;447;p10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9" name="Google Shape;449;p1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450" name="Google Shape;450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2" name="Google Shape;452;p1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453" name="Google Shape;453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9150" y="1893900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393A3F"/>
              </a:buClr>
              <a:buSzPts val="12500"/>
              <a:buFont typeface="Anton"/>
              <a:buNone/>
              <a:defRPr sz="12500" i="0" u="none" strike="noStrike" cap="none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172100" y="5060950"/>
            <a:ext cx="69273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38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L="914400" marR="0" lvl="1" indent="-3238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–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marR="0" lvl="2" indent="-3238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–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L="2286000" marR="0" lvl="4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»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L="2743200" marR="0" lvl="5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L="3200400" marR="0" lvl="6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L="3657600" marR="0" lvl="7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L="4114800" marR="0" lvl="8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11"/>
          <p:cNvGrpSpPr/>
          <p:nvPr/>
        </p:nvGrpSpPr>
        <p:grpSpPr>
          <a:xfrm>
            <a:off x="641008" y="7256644"/>
            <a:ext cx="10407992" cy="1437159"/>
            <a:chOff x="0" y="-47625"/>
            <a:chExt cx="1719710" cy="378511"/>
          </a:xfrm>
        </p:grpSpPr>
        <p:sp>
          <p:nvSpPr>
            <p:cNvPr id="460" name="Google Shape;460;p11"/>
            <p:cNvSpPr/>
            <p:nvPr/>
          </p:nvSpPr>
          <p:spPr>
            <a:xfrm>
              <a:off x="0" y="0"/>
              <a:ext cx="1719710" cy="330886"/>
            </a:xfrm>
            <a:custGeom>
              <a:avLst/>
              <a:gdLst/>
              <a:ahLst/>
              <a:cxnLst/>
              <a:rect l="l" t="t" r="r" b="b"/>
              <a:pathLst>
                <a:path w="1719710" h="330886" extrusionOk="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1"/>
            <p:cNvSpPr txBox="1"/>
            <p:nvPr/>
          </p:nvSpPr>
          <p:spPr>
            <a:xfrm>
              <a:off x="0" y="-47625"/>
              <a:ext cx="1719710" cy="3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2" name="Google Shape;462;p11"/>
          <p:cNvGrpSpPr/>
          <p:nvPr/>
        </p:nvGrpSpPr>
        <p:grpSpPr>
          <a:xfrm>
            <a:off x="641008" y="7080577"/>
            <a:ext cx="10407992" cy="1437158"/>
            <a:chOff x="0" y="-47625"/>
            <a:chExt cx="1719710" cy="378511"/>
          </a:xfrm>
        </p:grpSpPr>
        <p:sp>
          <p:nvSpPr>
            <p:cNvPr id="463" name="Google Shape;463;p11"/>
            <p:cNvSpPr/>
            <p:nvPr/>
          </p:nvSpPr>
          <p:spPr>
            <a:xfrm>
              <a:off x="0" y="0"/>
              <a:ext cx="1719710" cy="330886"/>
            </a:xfrm>
            <a:custGeom>
              <a:avLst/>
              <a:gdLst/>
              <a:ahLst/>
              <a:cxnLst/>
              <a:rect l="l" t="t" r="r" b="b"/>
              <a:pathLst>
                <a:path w="1719710" h="330886" extrusionOk="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1"/>
            <p:cNvSpPr txBox="1"/>
            <p:nvPr/>
          </p:nvSpPr>
          <p:spPr>
            <a:xfrm>
              <a:off x="0" y="-47625"/>
              <a:ext cx="1719710" cy="3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5" name="Google Shape;465;p11"/>
          <p:cNvGrpSpPr/>
          <p:nvPr/>
        </p:nvGrpSpPr>
        <p:grpSpPr>
          <a:xfrm>
            <a:off x="417483" y="242356"/>
            <a:ext cx="5851053" cy="1309820"/>
            <a:chOff x="0" y="-241100"/>
            <a:chExt cx="7801404" cy="1746426"/>
          </a:xfrm>
        </p:grpSpPr>
        <p:grpSp>
          <p:nvGrpSpPr>
            <p:cNvPr id="466" name="Google Shape;466;p11"/>
            <p:cNvGrpSpPr/>
            <p:nvPr/>
          </p:nvGrpSpPr>
          <p:grpSpPr>
            <a:xfrm>
              <a:off x="0" y="-241100"/>
              <a:ext cx="2173363" cy="520366"/>
              <a:chOff x="0" y="-47625"/>
              <a:chExt cx="429306" cy="102789"/>
            </a:xfrm>
          </p:grpSpPr>
          <p:sp>
            <p:nvSpPr>
              <p:cNvPr id="467" name="Google Shape;467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9" name="Google Shape;469;p11"/>
            <p:cNvGrpSpPr/>
            <p:nvPr/>
          </p:nvGrpSpPr>
          <p:grpSpPr>
            <a:xfrm>
              <a:off x="2571714" y="-241100"/>
              <a:ext cx="2173363" cy="520366"/>
              <a:chOff x="0" y="-47625"/>
              <a:chExt cx="429306" cy="102789"/>
            </a:xfrm>
          </p:grpSpPr>
          <p:sp>
            <p:nvSpPr>
              <p:cNvPr id="470" name="Google Shape;470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2" name="Google Shape;472;p11"/>
            <p:cNvGrpSpPr/>
            <p:nvPr/>
          </p:nvGrpSpPr>
          <p:grpSpPr>
            <a:xfrm>
              <a:off x="1345333" y="575063"/>
              <a:ext cx="2173363" cy="520366"/>
              <a:chOff x="0" y="-47625"/>
              <a:chExt cx="429306" cy="102789"/>
            </a:xfrm>
          </p:grpSpPr>
          <p:sp>
            <p:nvSpPr>
              <p:cNvPr id="473" name="Google Shape;473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5" name="Google Shape;475;p11"/>
            <p:cNvGrpSpPr/>
            <p:nvPr/>
          </p:nvGrpSpPr>
          <p:grpSpPr>
            <a:xfrm>
              <a:off x="3658396" y="563641"/>
              <a:ext cx="2173363" cy="520366"/>
              <a:chOff x="0" y="-47625"/>
              <a:chExt cx="429306" cy="102789"/>
            </a:xfrm>
          </p:grpSpPr>
          <p:sp>
            <p:nvSpPr>
              <p:cNvPr id="476" name="Google Shape;476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8" name="Google Shape;478;p11"/>
            <p:cNvGrpSpPr/>
            <p:nvPr/>
          </p:nvGrpSpPr>
          <p:grpSpPr>
            <a:xfrm>
              <a:off x="5314643" y="-241100"/>
              <a:ext cx="1191036" cy="520366"/>
              <a:chOff x="0" y="-47625"/>
              <a:chExt cx="235266" cy="102789"/>
            </a:xfrm>
          </p:grpSpPr>
          <p:sp>
            <p:nvSpPr>
              <p:cNvPr id="479" name="Google Shape;479;p11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1" name="Google Shape;481;p11"/>
            <p:cNvGrpSpPr/>
            <p:nvPr/>
          </p:nvGrpSpPr>
          <p:grpSpPr>
            <a:xfrm>
              <a:off x="6610368" y="563641"/>
              <a:ext cx="1191036" cy="520366"/>
              <a:chOff x="0" y="-47625"/>
              <a:chExt cx="235266" cy="102789"/>
            </a:xfrm>
          </p:grpSpPr>
          <p:sp>
            <p:nvSpPr>
              <p:cNvPr id="482" name="Google Shape;482;p11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4" name="Google Shape;484;p11"/>
            <p:cNvGrpSpPr/>
            <p:nvPr/>
          </p:nvGrpSpPr>
          <p:grpSpPr>
            <a:xfrm>
              <a:off x="0" y="586483"/>
              <a:ext cx="1202459" cy="497523"/>
              <a:chOff x="0" y="-47625"/>
              <a:chExt cx="237523" cy="98276"/>
            </a:xfrm>
          </p:grpSpPr>
          <p:sp>
            <p:nvSpPr>
              <p:cNvPr id="485" name="Google Shape;485;p11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1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7" name="Google Shape;487;p11"/>
            <p:cNvGrpSpPr/>
            <p:nvPr/>
          </p:nvGrpSpPr>
          <p:grpSpPr>
            <a:xfrm>
              <a:off x="0" y="165166"/>
              <a:ext cx="4377449" cy="520366"/>
              <a:chOff x="0" y="-47625"/>
              <a:chExt cx="864681" cy="102789"/>
            </a:xfrm>
          </p:grpSpPr>
          <p:sp>
            <p:nvSpPr>
              <p:cNvPr id="488" name="Google Shape;488;p11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0" name="Google Shape;490;p11"/>
            <p:cNvGrpSpPr/>
            <p:nvPr/>
          </p:nvGrpSpPr>
          <p:grpSpPr>
            <a:xfrm>
              <a:off x="0" y="984960"/>
              <a:ext cx="4377449" cy="520366"/>
              <a:chOff x="0" y="-47625"/>
              <a:chExt cx="864681" cy="102789"/>
            </a:xfrm>
          </p:grpSpPr>
          <p:sp>
            <p:nvSpPr>
              <p:cNvPr id="491" name="Google Shape;491;p11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1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3" name="Google Shape;493;p11"/>
          <p:cNvGrpSpPr/>
          <p:nvPr/>
        </p:nvGrpSpPr>
        <p:grpSpPr>
          <a:xfrm>
            <a:off x="11999777" y="8693803"/>
            <a:ext cx="5851054" cy="1309820"/>
            <a:chOff x="0" y="0"/>
            <a:chExt cx="7801405" cy="1746426"/>
          </a:xfrm>
        </p:grpSpPr>
        <p:grpSp>
          <p:nvGrpSpPr>
            <p:cNvPr id="494" name="Google Shape;494;p11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495" name="Google Shape;495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7" name="Google Shape;497;p11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498" name="Google Shape;498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0" name="Google Shape;500;p11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501" name="Google Shape;501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3" name="Google Shape;503;p11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504" name="Google Shape;504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6" name="Google Shape;506;p11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507" name="Google Shape;507;p11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9" name="Google Shape;509;p11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510" name="Google Shape;510;p11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2" name="Google Shape;512;p11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513" name="Google Shape;513;p11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1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5" name="Google Shape;515;p11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516" name="Google Shape;516;p11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8" name="Google Shape;518;p11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519" name="Google Shape;519;p11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1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21" name="Google Shape;521;p11"/>
          <p:cNvSpPr/>
          <p:nvPr/>
        </p:nvSpPr>
        <p:spPr>
          <a:xfrm>
            <a:off x="8901991" y="5927943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522" name="Google Shape;522;p11"/>
          <p:cNvGrpSpPr/>
          <p:nvPr/>
        </p:nvGrpSpPr>
        <p:grpSpPr>
          <a:xfrm rot="2821008">
            <a:off x="16959926" y="165868"/>
            <a:ext cx="1057412" cy="1194325"/>
            <a:chOff x="-95788" y="-89271"/>
            <a:chExt cx="1409883" cy="1592433"/>
          </a:xfrm>
        </p:grpSpPr>
        <p:grpSp>
          <p:nvGrpSpPr>
            <p:cNvPr id="523" name="Google Shape;523;p11"/>
            <p:cNvGrpSpPr/>
            <p:nvPr/>
          </p:nvGrpSpPr>
          <p:grpSpPr>
            <a:xfrm rot="-2821008">
              <a:off x="134749" y="283003"/>
              <a:ext cx="943438" cy="1040647"/>
              <a:chOff x="0" y="-47625"/>
              <a:chExt cx="343153" cy="378511"/>
            </a:xfrm>
          </p:grpSpPr>
          <p:sp>
            <p:nvSpPr>
              <p:cNvPr id="524" name="Google Shape;524;p11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11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6" name="Google Shape;526;p11"/>
            <p:cNvGrpSpPr/>
            <p:nvPr/>
          </p:nvGrpSpPr>
          <p:grpSpPr>
            <a:xfrm rot="-2821008">
              <a:off x="140122" y="90242"/>
              <a:ext cx="943438" cy="1040647"/>
              <a:chOff x="0" y="-47625"/>
              <a:chExt cx="343153" cy="378511"/>
            </a:xfrm>
          </p:grpSpPr>
          <p:sp>
            <p:nvSpPr>
              <p:cNvPr id="527" name="Google Shape;527;p11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11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9" name="Google Shape;529;p11"/>
            <p:cNvGrpSpPr/>
            <p:nvPr/>
          </p:nvGrpSpPr>
          <p:grpSpPr>
            <a:xfrm>
              <a:off x="625032" y="253446"/>
              <a:ext cx="69946" cy="699445"/>
              <a:chOff x="0" y="-47625"/>
              <a:chExt cx="31856" cy="318558"/>
            </a:xfrm>
          </p:grpSpPr>
          <p:sp>
            <p:nvSpPr>
              <p:cNvPr id="530" name="Google Shape;530;p11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11"/>
              <p:cNvSpPr txBox="1"/>
              <p:nvPr/>
            </p:nvSpPr>
            <p:spPr>
              <a:xfrm>
                <a:off x="0" y="-47625"/>
                <a:ext cx="31856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2" name="Google Shape;532;p11"/>
            <p:cNvGrpSpPr/>
            <p:nvPr/>
          </p:nvGrpSpPr>
          <p:grpSpPr>
            <a:xfrm rot="5400000">
              <a:off x="676029" y="305730"/>
              <a:ext cx="72519" cy="699445"/>
              <a:chOff x="0" y="-47625"/>
              <a:chExt cx="33028" cy="318558"/>
            </a:xfrm>
          </p:grpSpPr>
          <p:sp>
            <p:nvSpPr>
              <p:cNvPr id="533" name="Google Shape;533;p11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11"/>
              <p:cNvSpPr txBox="1"/>
              <p:nvPr/>
            </p:nvSpPr>
            <p:spPr>
              <a:xfrm>
                <a:off x="0" y="-47625"/>
                <a:ext cx="33028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5" name="Google Shape;535;p11"/>
          <p:cNvSpPr txBox="1"/>
          <p:nvPr/>
        </p:nvSpPr>
        <p:spPr>
          <a:xfrm>
            <a:off x="844802" y="2958231"/>
            <a:ext cx="8893500" cy="3847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 b="0" i="0" u="none" strike="noStrike" cap="none" dirty="0" smtClean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Data Structures</a:t>
            </a:r>
            <a:endParaRPr dirty="0"/>
          </a:p>
        </p:txBody>
      </p:sp>
      <p:sp>
        <p:nvSpPr>
          <p:cNvPr id="536" name="Google Shape;536;p11"/>
          <p:cNvSpPr txBox="1"/>
          <p:nvPr/>
        </p:nvSpPr>
        <p:spPr>
          <a:xfrm>
            <a:off x="1191549" y="7437471"/>
            <a:ext cx="9541665" cy="1101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63" b="0" i="0" u="none" strike="noStrike" cap="none" dirty="0" smtClean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Lab # </a:t>
            </a:r>
            <a:r>
              <a:rPr lang="en-US" sz="5963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7</a:t>
            </a:r>
            <a:r>
              <a:rPr lang="en-US" sz="5963" dirty="0" smtClean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Stack</a:t>
            </a:r>
            <a:endParaRPr dirty="0"/>
          </a:p>
        </p:txBody>
      </p:sp>
      <p:pic>
        <p:nvPicPr>
          <p:cNvPr id="537" name="Google Shape;53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58500" y="1596000"/>
            <a:ext cx="7051144" cy="651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5"/>
          <p:cNvSpPr txBox="1"/>
          <p:nvPr/>
        </p:nvSpPr>
        <p:spPr>
          <a:xfrm>
            <a:off x="1028625" y="2012370"/>
            <a:ext cx="88326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393A3F"/>
                </a:solidFill>
                <a:latin typeface="Anton"/>
                <a:sym typeface="Anton"/>
              </a:rPr>
              <a:t>Stack</a:t>
            </a:r>
            <a:endParaRPr sz="900" dirty="0"/>
          </a:p>
        </p:txBody>
      </p:sp>
      <p:grpSp>
        <p:nvGrpSpPr>
          <p:cNvPr id="764" name="Google Shape;764;p15"/>
          <p:cNvGrpSpPr/>
          <p:nvPr/>
        </p:nvGrpSpPr>
        <p:grpSpPr>
          <a:xfrm>
            <a:off x="417483" y="242356"/>
            <a:ext cx="5851053" cy="1309820"/>
            <a:chOff x="0" y="-241100"/>
            <a:chExt cx="7801404" cy="1746426"/>
          </a:xfrm>
        </p:grpSpPr>
        <p:grpSp>
          <p:nvGrpSpPr>
            <p:cNvPr id="765" name="Google Shape;765;p15"/>
            <p:cNvGrpSpPr/>
            <p:nvPr/>
          </p:nvGrpSpPr>
          <p:grpSpPr>
            <a:xfrm>
              <a:off x="0" y="-241100"/>
              <a:ext cx="2173363" cy="520366"/>
              <a:chOff x="0" y="-47625"/>
              <a:chExt cx="429306" cy="102789"/>
            </a:xfrm>
          </p:grpSpPr>
          <p:sp>
            <p:nvSpPr>
              <p:cNvPr id="766" name="Google Shape;766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8" name="Google Shape;768;p15"/>
            <p:cNvGrpSpPr/>
            <p:nvPr/>
          </p:nvGrpSpPr>
          <p:grpSpPr>
            <a:xfrm>
              <a:off x="2571714" y="-241100"/>
              <a:ext cx="2173363" cy="520366"/>
              <a:chOff x="0" y="-47625"/>
              <a:chExt cx="429306" cy="102789"/>
            </a:xfrm>
          </p:grpSpPr>
          <p:sp>
            <p:nvSpPr>
              <p:cNvPr id="769" name="Google Shape;769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1" name="Google Shape;771;p15"/>
            <p:cNvGrpSpPr/>
            <p:nvPr/>
          </p:nvGrpSpPr>
          <p:grpSpPr>
            <a:xfrm>
              <a:off x="1345333" y="575063"/>
              <a:ext cx="2173363" cy="520366"/>
              <a:chOff x="0" y="-47625"/>
              <a:chExt cx="429306" cy="102789"/>
            </a:xfrm>
          </p:grpSpPr>
          <p:sp>
            <p:nvSpPr>
              <p:cNvPr id="772" name="Google Shape;772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4" name="Google Shape;774;p15"/>
            <p:cNvGrpSpPr/>
            <p:nvPr/>
          </p:nvGrpSpPr>
          <p:grpSpPr>
            <a:xfrm>
              <a:off x="3658396" y="563641"/>
              <a:ext cx="2173363" cy="520366"/>
              <a:chOff x="0" y="-47625"/>
              <a:chExt cx="429306" cy="102789"/>
            </a:xfrm>
          </p:grpSpPr>
          <p:sp>
            <p:nvSpPr>
              <p:cNvPr id="775" name="Google Shape;775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7" name="Google Shape;777;p15"/>
            <p:cNvGrpSpPr/>
            <p:nvPr/>
          </p:nvGrpSpPr>
          <p:grpSpPr>
            <a:xfrm>
              <a:off x="5314643" y="-241100"/>
              <a:ext cx="1191036" cy="520366"/>
              <a:chOff x="0" y="-47625"/>
              <a:chExt cx="235266" cy="102789"/>
            </a:xfrm>
          </p:grpSpPr>
          <p:sp>
            <p:nvSpPr>
              <p:cNvPr id="778" name="Google Shape;778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0" name="Google Shape;780;p15"/>
            <p:cNvGrpSpPr/>
            <p:nvPr/>
          </p:nvGrpSpPr>
          <p:grpSpPr>
            <a:xfrm>
              <a:off x="6610368" y="563641"/>
              <a:ext cx="1191036" cy="520366"/>
              <a:chOff x="0" y="-47625"/>
              <a:chExt cx="235266" cy="102789"/>
            </a:xfrm>
          </p:grpSpPr>
          <p:sp>
            <p:nvSpPr>
              <p:cNvPr id="781" name="Google Shape;781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3" name="Google Shape;783;p15"/>
            <p:cNvGrpSpPr/>
            <p:nvPr/>
          </p:nvGrpSpPr>
          <p:grpSpPr>
            <a:xfrm>
              <a:off x="0" y="586483"/>
              <a:ext cx="1202459" cy="497523"/>
              <a:chOff x="0" y="-47625"/>
              <a:chExt cx="237523" cy="98276"/>
            </a:xfrm>
          </p:grpSpPr>
          <p:sp>
            <p:nvSpPr>
              <p:cNvPr id="784" name="Google Shape;784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5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6" name="Google Shape;786;p15"/>
            <p:cNvGrpSpPr/>
            <p:nvPr/>
          </p:nvGrpSpPr>
          <p:grpSpPr>
            <a:xfrm>
              <a:off x="0" y="165166"/>
              <a:ext cx="4377449" cy="520366"/>
              <a:chOff x="0" y="-47625"/>
              <a:chExt cx="864681" cy="102789"/>
            </a:xfrm>
          </p:grpSpPr>
          <p:sp>
            <p:nvSpPr>
              <p:cNvPr id="787" name="Google Shape;787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9" name="Google Shape;789;p15"/>
            <p:cNvGrpSpPr/>
            <p:nvPr/>
          </p:nvGrpSpPr>
          <p:grpSpPr>
            <a:xfrm>
              <a:off x="0" y="984960"/>
              <a:ext cx="4377449" cy="520366"/>
              <a:chOff x="0" y="-47625"/>
              <a:chExt cx="864681" cy="102789"/>
            </a:xfrm>
          </p:grpSpPr>
          <p:sp>
            <p:nvSpPr>
              <p:cNvPr id="790" name="Google Shape;790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2" name="Google Shape;792;p15"/>
          <p:cNvGrpSpPr/>
          <p:nvPr/>
        </p:nvGrpSpPr>
        <p:grpSpPr>
          <a:xfrm>
            <a:off x="11999777" y="8693803"/>
            <a:ext cx="5851054" cy="1309820"/>
            <a:chOff x="0" y="0"/>
            <a:chExt cx="7801405" cy="1746426"/>
          </a:xfrm>
        </p:grpSpPr>
        <p:grpSp>
          <p:nvGrpSpPr>
            <p:cNvPr id="793" name="Google Shape;793;p15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794" name="Google Shape;794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6" name="Google Shape;796;p15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797" name="Google Shape;797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9" name="Google Shape;799;p15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800" name="Google Shape;800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2" name="Google Shape;802;p15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803" name="Google Shape;803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5" name="Google Shape;805;p15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806" name="Google Shape;806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8" name="Google Shape;808;p15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809" name="Google Shape;809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1" name="Google Shape;811;p15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812" name="Google Shape;812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5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4" name="Google Shape;814;p15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815" name="Google Shape;815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7" name="Google Shape;817;p15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818" name="Google Shape;818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1" name="Google Shape;821;p15"/>
          <p:cNvGrpSpPr/>
          <p:nvPr/>
        </p:nvGrpSpPr>
        <p:grpSpPr>
          <a:xfrm>
            <a:off x="11381524" y="1620877"/>
            <a:ext cx="5650428" cy="6554986"/>
            <a:chOff x="0" y="-47625"/>
            <a:chExt cx="1440048" cy="1670580"/>
          </a:xfrm>
        </p:grpSpPr>
        <p:sp>
          <p:nvSpPr>
            <p:cNvPr id="822" name="Google Shape;822;p15"/>
            <p:cNvSpPr/>
            <p:nvPr/>
          </p:nvSpPr>
          <p:spPr>
            <a:xfrm>
              <a:off x="0" y="0"/>
              <a:ext cx="1440048" cy="1622955"/>
            </a:xfrm>
            <a:custGeom>
              <a:avLst/>
              <a:gdLst/>
              <a:ahLst/>
              <a:cxnLst/>
              <a:rect l="l" t="t" r="r" b="b"/>
              <a:pathLst>
                <a:path w="1440048" h="1622955" extrusionOk="0">
                  <a:moveTo>
                    <a:pt x="69878" y="0"/>
                  </a:moveTo>
                  <a:lnTo>
                    <a:pt x="1370170" y="0"/>
                  </a:lnTo>
                  <a:cubicBezTo>
                    <a:pt x="1408762" y="0"/>
                    <a:pt x="1440048" y="31285"/>
                    <a:pt x="1440048" y="69878"/>
                  </a:cubicBezTo>
                  <a:lnTo>
                    <a:pt x="1440048" y="1553077"/>
                  </a:lnTo>
                  <a:cubicBezTo>
                    <a:pt x="1440048" y="1571610"/>
                    <a:pt x="1432686" y="1589384"/>
                    <a:pt x="1419581" y="1602488"/>
                  </a:cubicBezTo>
                  <a:cubicBezTo>
                    <a:pt x="1406476" y="1615593"/>
                    <a:pt x="1388703" y="1622955"/>
                    <a:pt x="1370170" y="1622955"/>
                  </a:cubicBezTo>
                  <a:lnTo>
                    <a:pt x="69878" y="1622955"/>
                  </a:lnTo>
                  <a:cubicBezTo>
                    <a:pt x="31285" y="1622955"/>
                    <a:pt x="0" y="1591670"/>
                    <a:pt x="0" y="1553077"/>
                  </a:cubicBezTo>
                  <a:lnTo>
                    <a:pt x="0" y="69878"/>
                  </a:lnTo>
                  <a:cubicBezTo>
                    <a:pt x="0" y="31285"/>
                    <a:pt x="31285" y="0"/>
                    <a:pt x="69878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5"/>
            <p:cNvSpPr txBox="1"/>
            <p:nvPr/>
          </p:nvSpPr>
          <p:spPr>
            <a:xfrm>
              <a:off x="0" y="-47625"/>
              <a:ext cx="1440048" cy="1670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38" name="Google Shape;83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71125" y="1519200"/>
            <a:ext cx="5851051" cy="64424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31496" y="3247919"/>
            <a:ext cx="10155672" cy="5836159"/>
          </a:xfrm>
        </p:spPr>
        <p:txBody>
          <a:bodyPr>
            <a:normAutofit/>
          </a:bodyPr>
          <a:lstStyle/>
          <a:p>
            <a:pPr algn="just"/>
            <a:r>
              <a:rPr lang="en-US" sz="3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A stack is a linear data structure that operates on a LIFO (Last-In, First-Out) principle</a:t>
            </a:r>
            <a:r>
              <a:rPr lang="en-US" sz="3600" dirty="0" smtClean="0">
                <a:latin typeface="Cascadia Code Light" panose="020B0609020000020004" pitchFamily="49" charset="0"/>
                <a:cs typeface="Cascadia Code Light" panose="020B0609020000020004" pitchFamily="49" charset="0"/>
              </a:rPr>
              <a:t>.</a:t>
            </a:r>
          </a:p>
          <a:p>
            <a:pPr algn="just"/>
            <a:endParaRPr lang="en-US" sz="3600" dirty="0" smtClean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algn="just"/>
            <a:r>
              <a:rPr lang="en-US" sz="3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All operations, like adding or removing elements, only happen at one end of the structure, known as the top</a:t>
            </a:r>
            <a:r>
              <a:rPr lang="en-US" sz="3600" dirty="0" smtClean="0">
                <a:latin typeface="Cascadia Code Light" panose="020B0609020000020004" pitchFamily="49" charset="0"/>
                <a:cs typeface="Cascadia Code Light" panose="020B0609020000020004" pitchFamily="49" charset="0"/>
              </a:rPr>
              <a:t>.`</a:t>
            </a:r>
            <a:endParaRPr lang="en-US" sz="36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740" y="2690135"/>
            <a:ext cx="3800475" cy="5924550"/>
          </a:xfrm>
          <a:prstGeom prst="rect">
            <a:avLst/>
          </a:prstGeom>
        </p:spPr>
      </p:pic>
      <p:sp>
        <p:nvSpPr>
          <p:cNvPr id="763" name="Google Shape;763;p15"/>
          <p:cNvSpPr txBox="1"/>
          <p:nvPr/>
        </p:nvSpPr>
        <p:spPr>
          <a:xfrm>
            <a:off x="6999519" y="407344"/>
            <a:ext cx="4584977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393A3F"/>
                </a:solidFill>
                <a:latin typeface="Anton"/>
                <a:sym typeface="Anton"/>
              </a:rPr>
              <a:t>Stack</a:t>
            </a:r>
            <a:endParaRPr sz="900" dirty="0"/>
          </a:p>
        </p:txBody>
      </p:sp>
      <p:grpSp>
        <p:nvGrpSpPr>
          <p:cNvPr id="764" name="Google Shape;764;p15"/>
          <p:cNvGrpSpPr/>
          <p:nvPr/>
        </p:nvGrpSpPr>
        <p:grpSpPr>
          <a:xfrm>
            <a:off x="417483" y="242356"/>
            <a:ext cx="5851053" cy="1309820"/>
            <a:chOff x="0" y="-241100"/>
            <a:chExt cx="7801404" cy="1746426"/>
          </a:xfrm>
        </p:grpSpPr>
        <p:grpSp>
          <p:nvGrpSpPr>
            <p:cNvPr id="765" name="Google Shape;765;p15"/>
            <p:cNvGrpSpPr/>
            <p:nvPr/>
          </p:nvGrpSpPr>
          <p:grpSpPr>
            <a:xfrm>
              <a:off x="0" y="-241100"/>
              <a:ext cx="2173363" cy="520366"/>
              <a:chOff x="0" y="-47625"/>
              <a:chExt cx="429306" cy="102789"/>
            </a:xfrm>
          </p:grpSpPr>
          <p:sp>
            <p:nvSpPr>
              <p:cNvPr id="766" name="Google Shape;766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8" name="Google Shape;768;p15"/>
            <p:cNvGrpSpPr/>
            <p:nvPr/>
          </p:nvGrpSpPr>
          <p:grpSpPr>
            <a:xfrm>
              <a:off x="2571714" y="-241100"/>
              <a:ext cx="2173363" cy="520366"/>
              <a:chOff x="0" y="-47625"/>
              <a:chExt cx="429306" cy="102789"/>
            </a:xfrm>
          </p:grpSpPr>
          <p:sp>
            <p:nvSpPr>
              <p:cNvPr id="769" name="Google Shape;769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1" name="Google Shape;771;p15"/>
            <p:cNvGrpSpPr/>
            <p:nvPr/>
          </p:nvGrpSpPr>
          <p:grpSpPr>
            <a:xfrm>
              <a:off x="1345333" y="575063"/>
              <a:ext cx="2173363" cy="520366"/>
              <a:chOff x="0" y="-47625"/>
              <a:chExt cx="429306" cy="102789"/>
            </a:xfrm>
          </p:grpSpPr>
          <p:sp>
            <p:nvSpPr>
              <p:cNvPr id="772" name="Google Shape;772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4" name="Google Shape;774;p15"/>
            <p:cNvGrpSpPr/>
            <p:nvPr/>
          </p:nvGrpSpPr>
          <p:grpSpPr>
            <a:xfrm>
              <a:off x="3658396" y="563641"/>
              <a:ext cx="2173363" cy="520366"/>
              <a:chOff x="0" y="-47625"/>
              <a:chExt cx="429306" cy="102789"/>
            </a:xfrm>
          </p:grpSpPr>
          <p:sp>
            <p:nvSpPr>
              <p:cNvPr id="775" name="Google Shape;775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7" name="Google Shape;777;p15"/>
            <p:cNvGrpSpPr/>
            <p:nvPr/>
          </p:nvGrpSpPr>
          <p:grpSpPr>
            <a:xfrm>
              <a:off x="5314643" y="-241100"/>
              <a:ext cx="1191036" cy="520366"/>
              <a:chOff x="0" y="-47625"/>
              <a:chExt cx="235266" cy="102789"/>
            </a:xfrm>
          </p:grpSpPr>
          <p:sp>
            <p:nvSpPr>
              <p:cNvPr id="778" name="Google Shape;778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0" name="Google Shape;780;p15"/>
            <p:cNvGrpSpPr/>
            <p:nvPr/>
          </p:nvGrpSpPr>
          <p:grpSpPr>
            <a:xfrm>
              <a:off x="6610368" y="563641"/>
              <a:ext cx="1191036" cy="520366"/>
              <a:chOff x="0" y="-47625"/>
              <a:chExt cx="235266" cy="102789"/>
            </a:xfrm>
          </p:grpSpPr>
          <p:sp>
            <p:nvSpPr>
              <p:cNvPr id="781" name="Google Shape;781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3" name="Google Shape;783;p15"/>
            <p:cNvGrpSpPr/>
            <p:nvPr/>
          </p:nvGrpSpPr>
          <p:grpSpPr>
            <a:xfrm>
              <a:off x="0" y="586483"/>
              <a:ext cx="1202459" cy="497523"/>
              <a:chOff x="0" y="-47625"/>
              <a:chExt cx="237523" cy="98276"/>
            </a:xfrm>
          </p:grpSpPr>
          <p:sp>
            <p:nvSpPr>
              <p:cNvPr id="784" name="Google Shape;784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5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6" name="Google Shape;786;p15"/>
            <p:cNvGrpSpPr/>
            <p:nvPr/>
          </p:nvGrpSpPr>
          <p:grpSpPr>
            <a:xfrm>
              <a:off x="0" y="165166"/>
              <a:ext cx="4377449" cy="520366"/>
              <a:chOff x="0" y="-47625"/>
              <a:chExt cx="864681" cy="102789"/>
            </a:xfrm>
          </p:grpSpPr>
          <p:sp>
            <p:nvSpPr>
              <p:cNvPr id="787" name="Google Shape;787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9" name="Google Shape;789;p15"/>
            <p:cNvGrpSpPr/>
            <p:nvPr/>
          </p:nvGrpSpPr>
          <p:grpSpPr>
            <a:xfrm>
              <a:off x="0" y="984960"/>
              <a:ext cx="4377449" cy="520366"/>
              <a:chOff x="0" y="-47625"/>
              <a:chExt cx="864681" cy="102789"/>
            </a:xfrm>
          </p:grpSpPr>
          <p:sp>
            <p:nvSpPr>
              <p:cNvPr id="790" name="Google Shape;790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2" name="Google Shape;792;p15"/>
          <p:cNvGrpSpPr/>
          <p:nvPr/>
        </p:nvGrpSpPr>
        <p:grpSpPr>
          <a:xfrm>
            <a:off x="11860217" y="242356"/>
            <a:ext cx="5851054" cy="1309820"/>
            <a:chOff x="0" y="0"/>
            <a:chExt cx="7801405" cy="1746426"/>
          </a:xfrm>
        </p:grpSpPr>
        <p:grpSp>
          <p:nvGrpSpPr>
            <p:cNvPr id="793" name="Google Shape;793;p15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794" name="Google Shape;794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6" name="Google Shape;796;p15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797" name="Google Shape;797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9" name="Google Shape;799;p15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800" name="Google Shape;800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2" name="Google Shape;802;p15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803" name="Google Shape;803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5" name="Google Shape;805;p15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806" name="Google Shape;806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8" name="Google Shape;808;p15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809" name="Google Shape;809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1" name="Google Shape;811;p15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812" name="Google Shape;812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5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4" name="Google Shape;814;p15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815" name="Google Shape;815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7" name="Google Shape;817;p15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818" name="Google Shape;818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" name="Group 73"/>
          <p:cNvGrpSpPr/>
          <p:nvPr/>
        </p:nvGrpSpPr>
        <p:grpSpPr>
          <a:xfrm>
            <a:off x="1426483" y="4842917"/>
            <a:ext cx="15381027" cy="571062"/>
            <a:chOff x="2661312" y="2947916"/>
            <a:chExt cx="15381027" cy="614150"/>
          </a:xfrm>
        </p:grpSpPr>
        <p:sp>
          <p:nvSpPr>
            <p:cNvPr id="75" name="Rectangle 74"/>
            <p:cNvSpPr/>
            <p:nvPr/>
          </p:nvSpPr>
          <p:spPr>
            <a:xfrm>
              <a:off x="2661312" y="2947916"/>
              <a:ext cx="15381027" cy="6141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0044756" y="3044744"/>
              <a:ext cx="7383439" cy="430299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b="1" dirty="0"/>
                <a:t>This is the actual data storage for the stack.</a:t>
              </a:r>
              <a:endParaRPr lang="en-US" sz="2000" b="1" dirty="0"/>
            </a:p>
          </p:txBody>
        </p:sp>
      </p:grpSp>
      <p:sp>
        <p:nvSpPr>
          <p:cNvPr id="17" name="Left Brace 16"/>
          <p:cNvSpPr/>
          <p:nvPr/>
        </p:nvSpPr>
        <p:spPr>
          <a:xfrm rot="10800000">
            <a:off x="4403465" y="6546907"/>
            <a:ext cx="673502" cy="1832818"/>
          </a:xfrm>
          <a:prstGeom prst="leftBrace">
            <a:avLst>
              <a:gd name="adj1" fmla="val 9372"/>
              <a:gd name="adj2" fmla="val 54576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/>
          <p:cNvSpPr txBox="1"/>
          <p:nvPr/>
        </p:nvSpPr>
        <p:spPr>
          <a:xfrm>
            <a:off x="5296742" y="7171465"/>
            <a:ext cx="7383439" cy="400110"/>
          </a:xfrm>
          <a:prstGeom prst="rect">
            <a:avLst/>
          </a:prstGeom>
          <a:solidFill>
            <a:schemeClr val="accent5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/>
              <a:t>Constructor that initialize the members. </a:t>
            </a:r>
            <a:endParaRPr lang="en-US" sz="2000" b="1" dirty="0"/>
          </a:p>
        </p:txBody>
      </p:sp>
      <p:grpSp>
        <p:nvGrpSpPr>
          <p:cNvPr id="70" name="Group 69"/>
          <p:cNvGrpSpPr/>
          <p:nvPr/>
        </p:nvGrpSpPr>
        <p:grpSpPr>
          <a:xfrm>
            <a:off x="1426483" y="5455039"/>
            <a:ext cx="15381027" cy="653985"/>
            <a:chOff x="2661312" y="2947916"/>
            <a:chExt cx="15381027" cy="614150"/>
          </a:xfrm>
        </p:grpSpPr>
        <p:sp>
          <p:nvSpPr>
            <p:cNvPr id="71" name="Rectangle 70"/>
            <p:cNvSpPr/>
            <p:nvPr/>
          </p:nvSpPr>
          <p:spPr>
            <a:xfrm>
              <a:off x="2661312" y="2947916"/>
              <a:ext cx="15381027" cy="6141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6610088" y="3044744"/>
              <a:ext cx="10818107" cy="375739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dirty="0"/>
                <a:t>It will always store the index of the </a:t>
              </a:r>
              <a:r>
                <a:rPr lang="en-US" sz="2000" i="1" dirty="0"/>
                <a:t>last element</a:t>
              </a:r>
              <a:r>
                <a:rPr lang="en-US" sz="2000" dirty="0"/>
                <a:t> that was added (the "top" of the stack).</a:t>
              </a:r>
              <a:endParaRPr 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151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7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54" y="3576457"/>
            <a:ext cx="5419725" cy="5191125"/>
          </a:xfrm>
          <a:prstGeom prst="rect">
            <a:avLst/>
          </a:prstGeom>
        </p:spPr>
      </p:pic>
      <p:sp>
        <p:nvSpPr>
          <p:cNvPr id="763" name="Google Shape;763;p15"/>
          <p:cNvSpPr txBox="1"/>
          <p:nvPr/>
        </p:nvSpPr>
        <p:spPr>
          <a:xfrm>
            <a:off x="6999519" y="407344"/>
            <a:ext cx="4584977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393A3F"/>
                </a:solidFill>
                <a:latin typeface="Anton"/>
                <a:sym typeface="Anton"/>
              </a:rPr>
              <a:t>Stack</a:t>
            </a:r>
            <a:endParaRPr sz="900" dirty="0"/>
          </a:p>
        </p:txBody>
      </p:sp>
      <p:grpSp>
        <p:nvGrpSpPr>
          <p:cNvPr id="764" name="Google Shape;764;p15"/>
          <p:cNvGrpSpPr/>
          <p:nvPr/>
        </p:nvGrpSpPr>
        <p:grpSpPr>
          <a:xfrm>
            <a:off x="417483" y="242356"/>
            <a:ext cx="5851053" cy="1309820"/>
            <a:chOff x="0" y="-241100"/>
            <a:chExt cx="7801404" cy="1746426"/>
          </a:xfrm>
        </p:grpSpPr>
        <p:grpSp>
          <p:nvGrpSpPr>
            <p:cNvPr id="765" name="Google Shape;765;p15"/>
            <p:cNvGrpSpPr/>
            <p:nvPr/>
          </p:nvGrpSpPr>
          <p:grpSpPr>
            <a:xfrm>
              <a:off x="0" y="-241100"/>
              <a:ext cx="2173363" cy="520366"/>
              <a:chOff x="0" y="-47625"/>
              <a:chExt cx="429306" cy="102789"/>
            </a:xfrm>
          </p:grpSpPr>
          <p:sp>
            <p:nvSpPr>
              <p:cNvPr id="766" name="Google Shape;766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8" name="Google Shape;768;p15"/>
            <p:cNvGrpSpPr/>
            <p:nvPr/>
          </p:nvGrpSpPr>
          <p:grpSpPr>
            <a:xfrm>
              <a:off x="2571714" y="-241100"/>
              <a:ext cx="2173363" cy="520366"/>
              <a:chOff x="0" y="-47625"/>
              <a:chExt cx="429306" cy="102789"/>
            </a:xfrm>
          </p:grpSpPr>
          <p:sp>
            <p:nvSpPr>
              <p:cNvPr id="769" name="Google Shape;769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1" name="Google Shape;771;p15"/>
            <p:cNvGrpSpPr/>
            <p:nvPr/>
          </p:nvGrpSpPr>
          <p:grpSpPr>
            <a:xfrm>
              <a:off x="1345333" y="575063"/>
              <a:ext cx="2173363" cy="520366"/>
              <a:chOff x="0" y="-47625"/>
              <a:chExt cx="429306" cy="102789"/>
            </a:xfrm>
          </p:grpSpPr>
          <p:sp>
            <p:nvSpPr>
              <p:cNvPr id="772" name="Google Shape;772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4" name="Google Shape;774;p15"/>
            <p:cNvGrpSpPr/>
            <p:nvPr/>
          </p:nvGrpSpPr>
          <p:grpSpPr>
            <a:xfrm>
              <a:off x="3658396" y="563641"/>
              <a:ext cx="2173363" cy="520366"/>
              <a:chOff x="0" y="-47625"/>
              <a:chExt cx="429306" cy="102789"/>
            </a:xfrm>
          </p:grpSpPr>
          <p:sp>
            <p:nvSpPr>
              <p:cNvPr id="775" name="Google Shape;775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7" name="Google Shape;777;p15"/>
            <p:cNvGrpSpPr/>
            <p:nvPr/>
          </p:nvGrpSpPr>
          <p:grpSpPr>
            <a:xfrm>
              <a:off x="5314643" y="-241100"/>
              <a:ext cx="1191036" cy="520366"/>
              <a:chOff x="0" y="-47625"/>
              <a:chExt cx="235266" cy="102789"/>
            </a:xfrm>
          </p:grpSpPr>
          <p:sp>
            <p:nvSpPr>
              <p:cNvPr id="778" name="Google Shape;778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0" name="Google Shape;780;p15"/>
            <p:cNvGrpSpPr/>
            <p:nvPr/>
          </p:nvGrpSpPr>
          <p:grpSpPr>
            <a:xfrm>
              <a:off x="6610368" y="563641"/>
              <a:ext cx="1191036" cy="520366"/>
              <a:chOff x="0" y="-47625"/>
              <a:chExt cx="235266" cy="102789"/>
            </a:xfrm>
          </p:grpSpPr>
          <p:sp>
            <p:nvSpPr>
              <p:cNvPr id="781" name="Google Shape;781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3" name="Google Shape;783;p15"/>
            <p:cNvGrpSpPr/>
            <p:nvPr/>
          </p:nvGrpSpPr>
          <p:grpSpPr>
            <a:xfrm>
              <a:off x="0" y="586483"/>
              <a:ext cx="1202459" cy="497523"/>
              <a:chOff x="0" y="-47625"/>
              <a:chExt cx="237523" cy="98276"/>
            </a:xfrm>
          </p:grpSpPr>
          <p:sp>
            <p:nvSpPr>
              <p:cNvPr id="784" name="Google Shape;784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5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6" name="Google Shape;786;p15"/>
            <p:cNvGrpSpPr/>
            <p:nvPr/>
          </p:nvGrpSpPr>
          <p:grpSpPr>
            <a:xfrm>
              <a:off x="0" y="165166"/>
              <a:ext cx="4377449" cy="520366"/>
              <a:chOff x="0" y="-47625"/>
              <a:chExt cx="864681" cy="102789"/>
            </a:xfrm>
          </p:grpSpPr>
          <p:sp>
            <p:nvSpPr>
              <p:cNvPr id="787" name="Google Shape;787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9" name="Google Shape;789;p15"/>
            <p:cNvGrpSpPr/>
            <p:nvPr/>
          </p:nvGrpSpPr>
          <p:grpSpPr>
            <a:xfrm>
              <a:off x="0" y="984960"/>
              <a:ext cx="4377449" cy="520366"/>
              <a:chOff x="0" y="-47625"/>
              <a:chExt cx="864681" cy="102789"/>
            </a:xfrm>
          </p:grpSpPr>
          <p:sp>
            <p:nvSpPr>
              <p:cNvPr id="790" name="Google Shape;790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2" name="Google Shape;792;p15"/>
          <p:cNvGrpSpPr/>
          <p:nvPr/>
        </p:nvGrpSpPr>
        <p:grpSpPr>
          <a:xfrm>
            <a:off x="11860217" y="242356"/>
            <a:ext cx="5851054" cy="1309820"/>
            <a:chOff x="0" y="0"/>
            <a:chExt cx="7801405" cy="1746426"/>
          </a:xfrm>
        </p:grpSpPr>
        <p:grpSp>
          <p:nvGrpSpPr>
            <p:cNvPr id="793" name="Google Shape;793;p15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794" name="Google Shape;794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6" name="Google Shape;796;p15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797" name="Google Shape;797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9" name="Google Shape;799;p15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800" name="Google Shape;800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2" name="Google Shape;802;p15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803" name="Google Shape;803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5" name="Google Shape;805;p15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806" name="Google Shape;806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8" name="Google Shape;808;p15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809" name="Google Shape;809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1" name="Google Shape;811;p15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812" name="Google Shape;812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5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4" name="Google Shape;814;p15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815" name="Google Shape;815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7" name="Google Shape;817;p15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818" name="Google Shape;818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" name="Group 15"/>
          <p:cNvGrpSpPr/>
          <p:nvPr/>
        </p:nvGrpSpPr>
        <p:grpSpPr>
          <a:xfrm>
            <a:off x="1601493" y="5147691"/>
            <a:ext cx="16277074" cy="614150"/>
            <a:chOff x="2661312" y="2947916"/>
            <a:chExt cx="15381027" cy="614150"/>
          </a:xfrm>
        </p:grpSpPr>
        <p:sp>
          <p:nvSpPr>
            <p:cNvPr id="14" name="Rectangle 13"/>
            <p:cNvSpPr/>
            <p:nvPr/>
          </p:nvSpPr>
          <p:spPr>
            <a:xfrm>
              <a:off x="2661312" y="2947916"/>
              <a:ext cx="15381027" cy="6141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095844" y="3044744"/>
              <a:ext cx="11332352" cy="400110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dirty="0"/>
                <a:t>This is the check. If top is still -1 (its initial value), it means nothing has been pushed onto the stack.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2082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94240"/>
            <a:ext cx="5534025" cy="6200775"/>
          </a:xfrm>
          <a:prstGeom prst="rect">
            <a:avLst/>
          </a:prstGeom>
        </p:spPr>
      </p:pic>
      <p:sp>
        <p:nvSpPr>
          <p:cNvPr id="763" name="Google Shape;763;p15"/>
          <p:cNvSpPr txBox="1"/>
          <p:nvPr/>
        </p:nvSpPr>
        <p:spPr>
          <a:xfrm>
            <a:off x="6999519" y="407344"/>
            <a:ext cx="4584977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393A3F"/>
                </a:solidFill>
                <a:latin typeface="Anton"/>
                <a:sym typeface="Anton"/>
              </a:rPr>
              <a:t>Stack</a:t>
            </a:r>
            <a:endParaRPr sz="900" dirty="0"/>
          </a:p>
        </p:txBody>
      </p:sp>
      <p:grpSp>
        <p:nvGrpSpPr>
          <p:cNvPr id="764" name="Google Shape;764;p15"/>
          <p:cNvGrpSpPr/>
          <p:nvPr/>
        </p:nvGrpSpPr>
        <p:grpSpPr>
          <a:xfrm>
            <a:off x="417483" y="242356"/>
            <a:ext cx="5851053" cy="1309820"/>
            <a:chOff x="0" y="-241100"/>
            <a:chExt cx="7801404" cy="1746426"/>
          </a:xfrm>
        </p:grpSpPr>
        <p:grpSp>
          <p:nvGrpSpPr>
            <p:cNvPr id="765" name="Google Shape;765;p15"/>
            <p:cNvGrpSpPr/>
            <p:nvPr/>
          </p:nvGrpSpPr>
          <p:grpSpPr>
            <a:xfrm>
              <a:off x="0" y="-241100"/>
              <a:ext cx="2173363" cy="520366"/>
              <a:chOff x="0" y="-47625"/>
              <a:chExt cx="429306" cy="102789"/>
            </a:xfrm>
          </p:grpSpPr>
          <p:sp>
            <p:nvSpPr>
              <p:cNvPr id="766" name="Google Shape;766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8" name="Google Shape;768;p15"/>
            <p:cNvGrpSpPr/>
            <p:nvPr/>
          </p:nvGrpSpPr>
          <p:grpSpPr>
            <a:xfrm>
              <a:off x="2571714" y="-241100"/>
              <a:ext cx="2173363" cy="520366"/>
              <a:chOff x="0" y="-47625"/>
              <a:chExt cx="429306" cy="102789"/>
            </a:xfrm>
          </p:grpSpPr>
          <p:sp>
            <p:nvSpPr>
              <p:cNvPr id="769" name="Google Shape;769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1" name="Google Shape;771;p15"/>
            <p:cNvGrpSpPr/>
            <p:nvPr/>
          </p:nvGrpSpPr>
          <p:grpSpPr>
            <a:xfrm>
              <a:off x="1345333" y="575063"/>
              <a:ext cx="2173363" cy="520366"/>
              <a:chOff x="0" y="-47625"/>
              <a:chExt cx="429306" cy="102789"/>
            </a:xfrm>
          </p:grpSpPr>
          <p:sp>
            <p:nvSpPr>
              <p:cNvPr id="772" name="Google Shape;772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4" name="Google Shape;774;p15"/>
            <p:cNvGrpSpPr/>
            <p:nvPr/>
          </p:nvGrpSpPr>
          <p:grpSpPr>
            <a:xfrm>
              <a:off x="3658396" y="563641"/>
              <a:ext cx="2173363" cy="520366"/>
              <a:chOff x="0" y="-47625"/>
              <a:chExt cx="429306" cy="102789"/>
            </a:xfrm>
          </p:grpSpPr>
          <p:sp>
            <p:nvSpPr>
              <p:cNvPr id="775" name="Google Shape;775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7" name="Google Shape;777;p15"/>
            <p:cNvGrpSpPr/>
            <p:nvPr/>
          </p:nvGrpSpPr>
          <p:grpSpPr>
            <a:xfrm>
              <a:off x="5314643" y="-241100"/>
              <a:ext cx="1191036" cy="520366"/>
              <a:chOff x="0" y="-47625"/>
              <a:chExt cx="235266" cy="102789"/>
            </a:xfrm>
          </p:grpSpPr>
          <p:sp>
            <p:nvSpPr>
              <p:cNvPr id="778" name="Google Shape;778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0" name="Google Shape;780;p15"/>
            <p:cNvGrpSpPr/>
            <p:nvPr/>
          </p:nvGrpSpPr>
          <p:grpSpPr>
            <a:xfrm>
              <a:off x="6610368" y="563641"/>
              <a:ext cx="1191036" cy="520366"/>
              <a:chOff x="0" y="-47625"/>
              <a:chExt cx="235266" cy="102789"/>
            </a:xfrm>
          </p:grpSpPr>
          <p:sp>
            <p:nvSpPr>
              <p:cNvPr id="781" name="Google Shape;781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3" name="Google Shape;783;p15"/>
            <p:cNvGrpSpPr/>
            <p:nvPr/>
          </p:nvGrpSpPr>
          <p:grpSpPr>
            <a:xfrm>
              <a:off x="0" y="586483"/>
              <a:ext cx="1202459" cy="497523"/>
              <a:chOff x="0" y="-47625"/>
              <a:chExt cx="237523" cy="98276"/>
            </a:xfrm>
          </p:grpSpPr>
          <p:sp>
            <p:nvSpPr>
              <p:cNvPr id="784" name="Google Shape;784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5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6" name="Google Shape;786;p15"/>
            <p:cNvGrpSpPr/>
            <p:nvPr/>
          </p:nvGrpSpPr>
          <p:grpSpPr>
            <a:xfrm>
              <a:off x="0" y="165166"/>
              <a:ext cx="4377449" cy="520366"/>
              <a:chOff x="0" y="-47625"/>
              <a:chExt cx="864681" cy="102789"/>
            </a:xfrm>
          </p:grpSpPr>
          <p:sp>
            <p:nvSpPr>
              <p:cNvPr id="787" name="Google Shape;787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9" name="Google Shape;789;p15"/>
            <p:cNvGrpSpPr/>
            <p:nvPr/>
          </p:nvGrpSpPr>
          <p:grpSpPr>
            <a:xfrm>
              <a:off x="0" y="984960"/>
              <a:ext cx="4377449" cy="520366"/>
              <a:chOff x="0" y="-47625"/>
              <a:chExt cx="864681" cy="102789"/>
            </a:xfrm>
          </p:grpSpPr>
          <p:sp>
            <p:nvSpPr>
              <p:cNvPr id="790" name="Google Shape;790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2" name="Google Shape;792;p15"/>
          <p:cNvGrpSpPr/>
          <p:nvPr/>
        </p:nvGrpSpPr>
        <p:grpSpPr>
          <a:xfrm>
            <a:off x="11860217" y="242356"/>
            <a:ext cx="5851054" cy="1309820"/>
            <a:chOff x="0" y="0"/>
            <a:chExt cx="7801405" cy="1746426"/>
          </a:xfrm>
        </p:grpSpPr>
        <p:grpSp>
          <p:nvGrpSpPr>
            <p:cNvPr id="793" name="Google Shape;793;p15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794" name="Google Shape;794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6" name="Google Shape;796;p15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797" name="Google Shape;797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9" name="Google Shape;799;p15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800" name="Google Shape;800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2" name="Google Shape;802;p15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803" name="Google Shape;803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5" name="Google Shape;805;p15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806" name="Google Shape;806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8" name="Google Shape;808;p15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809" name="Google Shape;809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1" name="Google Shape;811;p15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812" name="Google Shape;812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5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4" name="Google Shape;814;p15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815" name="Google Shape;815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7" name="Google Shape;817;p15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818" name="Google Shape;818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" name="Rectangle 13"/>
          <p:cNvSpPr/>
          <p:nvPr/>
        </p:nvSpPr>
        <p:spPr>
          <a:xfrm>
            <a:off x="868405" y="4116378"/>
            <a:ext cx="16557800" cy="9742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268536" y="4249554"/>
            <a:ext cx="8342868" cy="707886"/>
          </a:xfrm>
          <a:prstGeom prst="rect">
            <a:avLst/>
          </a:prstGeom>
          <a:solidFill>
            <a:schemeClr val="accent5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This is the Stack Overflow check. Since max is 5, max-1 is 4. The array indices are 0, 1, 2, 3, 4. If top is already at 4, the array is full.</a:t>
            </a:r>
          </a:p>
        </p:txBody>
      </p:sp>
    </p:spTree>
    <p:extLst>
      <p:ext uri="{BB962C8B-B14F-4D97-AF65-F5344CB8AC3E}">
        <p14:creationId xmlns:p14="http://schemas.microsoft.com/office/powerpoint/2010/main" val="4147003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55" y="3264444"/>
            <a:ext cx="5600700" cy="6105525"/>
          </a:xfrm>
          <a:prstGeom prst="rect">
            <a:avLst/>
          </a:prstGeom>
        </p:spPr>
      </p:pic>
      <p:sp>
        <p:nvSpPr>
          <p:cNvPr id="763" name="Google Shape;763;p15"/>
          <p:cNvSpPr txBox="1"/>
          <p:nvPr/>
        </p:nvSpPr>
        <p:spPr>
          <a:xfrm>
            <a:off x="6999519" y="407344"/>
            <a:ext cx="4584977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393A3F"/>
                </a:solidFill>
                <a:latin typeface="Anton"/>
                <a:sym typeface="Anton"/>
              </a:rPr>
              <a:t>Stack</a:t>
            </a:r>
            <a:endParaRPr sz="900" dirty="0"/>
          </a:p>
        </p:txBody>
      </p:sp>
      <p:grpSp>
        <p:nvGrpSpPr>
          <p:cNvPr id="764" name="Google Shape;764;p15"/>
          <p:cNvGrpSpPr/>
          <p:nvPr/>
        </p:nvGrpSpPr>
        <p:grpSpPr>
          <a:xfrm>
            <a:off x="417483" y="242356"/>
            <a:ext cx="5851053" cy="1309820"/>
            <a:chOff x="0" y="-241100"/>
            <a:chExt cx="7801404" cy="1746426"/>
          </a:xfrm>
        </p:grpSpPr>
        <p:grpSp>
          <p:nvGrpSpPr>
            <p:cNvPr id="765" name="Google Shape;765;p15"/>
            <p:cNvGrpSpPr/>
            <p:nvPr/>
          </p:nvGrpSpPr>
          <p:grpSpPr>
            <a:xfrm>
              <a:off x="0" y="-241100"/>
              <a:ext cx="2173363" cy="520366"/>
              <a:chOff x="0" y="-47625"/>
              <a:chExt cx="429306" cy="102789"/>
            </a:xfrm>
          </p:grpSpPr>
          <p:sp>
            <p:nvSpPr>
              <p:cNvPr id="766" name="Google Shape;766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8" name="Google Shape;768;p15"/>
            <p:cNvGrpSpPr/>
            <p:nvPr/>
          </p:nvGrpSpPr>
          <p:grpSpPr>
            <a:xfrm>
              <a:off x="2571714" y="-241100"/>
              <a:ext cx="2173363" cy="520366"/>
              <a:chOff x="0" y="-47625"/>
              <a:chExt cx="429306" cy="102789"/>
            </a:xfrm>
          </p:grpSpPr>
          <p:sp>
            <p:nvSpPr>
              <p:cNvPr id="769" name="Google Shape;769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1" name="Google Shape;771;p15"/>
            <p:cNvGrpSpPr/>
            <p:nvPr/>
          </p:nvGrpSpPr>
          <p:grpSpPr>
            <a:xfrm>
              <a:off x="1345333" y="575063"/>
              <a:ext cx="2173363" cy="520366"/>
              <a:chOff x="0" y="-47625"/>
              <a:chExt cx="429306" cy="102789"/>
            </a:xfrm>
          </p:grpSpPr>
          <p:sp>
            <p:nvSpPr>
              <p:cNvPr id="772" name="Google Shape;772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4" name="Google Shape;774;p15"/>
            <p:cNvGrpSpPr/>
            <p:nvPr/>
          </p:nvGrpSpPr>
          <p:grpSpPr>
            <a:xfrm>
              <a:off x="3658396" y="563641"/>
              <a:ext cx="2173363" cy="520366"/>
              <a:chOff x="0" y="-47625"/>
              <a:chExt cx="429306" cy="102789"/>
            </a:xfrm>
          </p:grpSpPr>
          <p:sp>
            <p:nvSpPr>
              <p:cNvPr id="775" name="Google Shape;775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7" name="Google Shape;777;p15"/>
            <p:cNvGrpSpPr/>
            <p:nvPr/>
          </p:nvGrpSpPr>
          <p:grpSpPr>
            <a:xfrm>
              <a:off x="5314643" y="-241100"/>
              <a:ext cx="1191036" cy="520366"/>
              <a:chOff x="0" y="-47625"/>
              <a:chExt cx="235266" cy="102789"/>
            </a:xfrm>
          </p:grpSpPr>
          <p:sp>
            <p:nvSpPr>
              <p:cNvPr id="778" name="Google Shape;778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0" name="Google Shape;780;p15"/>
            <p:cNvGrpSpPr/>
            <p:nvPr/>
          </p:nvGrpSpPr>
          <p:grpSpPr>
            <a:xfrm>
              <a:off x="6610368" y="563641"/>
              <a:ext cx="1191036" cy="520366"/>
              <a:chOff x="0" y="-47625"/>
              <a:chExt cx="235266" cy="102789"/>
            </a:xfrm>
          </p:grpSpPr>
          <p:sp>
            <p:nvSpPr>
              <p:cNvPr id="781" name="Google Shape;781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3" name="Google Shape;783;p15"/>
            <p:cNvGrpSpPr/>
            <p:nvPr/>
          </p:nvGrpSpPr>
          <p:grpSpPr>
            <a:xfrm>
              <a:off x="0" y="586483"/>
              <a:ext cx="1202459" cy="497523"/>
              <a:chOff x="0" y="-47625"/>
              <a:chExt cx="237523" cy="98276"/>
            </a:xfrm>
          </p:grpSpPr>
          <p:sp>
            <p:nvSpPr>
              <p:cNvPr id="784" name="Google Shape;784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5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6" name="Google Shape;786;p15"/>
            <p:cNvGrpSpPr/>
            <p:nvPr/>
          </p:nvGrpSpPr>
          <p:grpSpPr>
            <a:xfrm>
              <a:off x="0" y="165166"/>
              <a:ext cx="4377449" cy="520366"/>
              <a:chOff x="0" y="-47625"/>
              <a:chExt cx="864681" cy="102789"/>
            </a:xfrm>
          </p:grpSpPr>
          <p:sp>
            <p:nvSpPr>
              <p:cNvPr id="787" name="Google Shape;787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9" name="Google Shape;789;p15"/>
            <p:cNvGrpSpPr/>
            <p:nvPr/>
          </p:nvGrpSpPr>
          <p:grpSpPr>
            <a:xfrm>
              <a:off x="0" y="984960"/>
              <a:ext cx="4377449" cy="520366"/>
              <a:chOff x="0" y="-47625"/>
              <a:chExt cx="864681" cy="102789"/>
            </a:xfrm>
          </p:grpSpPr>
          <p:sp>
            <p:nvSpPr>
              <p:cNvPr id="790" name="Google Shape;790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2" name="Google Shape;792;p15"/>
          <p:cNvGrpSpPr/>
          <p:nvPr/>
        </p:nvGrpSpPr>
        <p:grpSpPr>
          <a:xfrm>
            <a:off x="11860217" y="242356"/>
            <a:ext cx="5851054" cy="1309820"/>
            <a:chOff x="0" y="0"/>
            <a:chExt cx="7801405" cy="1746426"/>
          </a:xfrm>
        </p:grpSpPr>
        <p:grpSp>
          <p:nvGrpSpPr>
            <p:cNvPr id="793" name="Google Shape;793;p15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794" name="Google Shape;794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6" name="Google Shape;796;p15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797" name="Google Shape;797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9" name="Google Shape;799;p15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800" name="Google Shape;800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2" name="Google Shape;802;p15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803" name="Google Shape;803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5" name="Google Shape;805;p15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806" name="Google Shape;806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8" name="Google Shape;808;p15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809" name="Google Shape;809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1" name="Google Shape;811;p15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812" name="Google Shape;812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5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4" name="Google Shape;814;p15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815" name="Google Shape;815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7" name="Google Shape;817;p15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818" name="Google Shape;818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" name="Rectangle 13"/>
          <p:cNvSpPr/>
          <p:nvPr/>
        </p:nvSpPr>
        <p:spPr>
          <a:xfrm>
            <a:off x="868405" y="4116378"/>
            <a:ext cx="16557800" cy="9742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268536" y="4249554"/>
            <a:ext cx="8342868" cy="707886"/>
          </a:xfrm>
          <a:prstGeom prst="rect">
            <a:avLst/>
          </a:prstGeom>
          <a:solidFill>
            <a:schemeClr val="accent5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This is the Stack Underflow check. It calls </a:t>
            </a:r>
            <a:r>
              <a:rPr lang="en-US" sz="2000" dirty="0" err="1"/>
              <a:t>isEmpty</a:t>
            </a:r>
            <a:r>
              <a:rPr lang="en-US" sz="2000" dirty="0"/>
              <a:t> to see if there are any items to remove.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51044" y="6996569"/>
            <a:ext cx="16557800" cy="9742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6286397" y="6996569"/>
            <a:ext cx="8342868" cy="1015663"/>
          </a:xfrm>
          <a:prstGeom prst="rect">
            <a:avLst/>
          </a:prstGeom>
          <a:solidFill>
            <a:schemeClr val="accent5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This is the actual "pop" operation. By simply decrementing the top index, the previous top element is no longer accessible and will be overwritten by the next push.</a:t>
            </a:r>
          </a:p>
        </p:txBody>
      </p:sp>
    </p:spTree>
    <p:extLst>
      <p:ext uri="{BB962C8B-B14F-4D97-AF65-F5344CB8AC3E}">
        <p14:creationId xmlns:p14="http://schemas.microsoft.com/office/powerpoint/2010/main" val="297691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34" y="3460807"/>
            <a:ext cx="5076825" cy="6172200"/>
          </a:xfrm>
          <a:prstGeom prst="rect">
            <a:avLst/>
          </a:prstGeom>
        </p:spPr>
      </p:pic>
      <p:sp>
        <p:nvSpPr>
          <p:cNvPr id="763" name="Google Shape;763;p15"/>
          <p:cNvSpPr txBox="1"/>
          <p:nvPr/>
        </p:nvSpPr>
        <p:spPr>
          <a:xfrm>
            <a:off x="6999519" y="407344"/>
            <a:ext cx="4584977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393A3F"/>
                </a:solidFill>
                <a:latin typeface="Anton"/>
                <a:sym typeface="Anton"/>
              </a:rPr>
              <a:t>Stack (LL)</a:t>
            </a:r>
            <a:endParaRPr sz="900" dirty="0"/>
          </a:p>
        </p:txBody>
      </p:sp>
      <p:grpSp>
        <p:nvGrpSpPr>
          <p:cNvPr id="764" name="Google Shape;764;p15"/>
          <p:cNvGrpSpPr/>
          <p:nvPr/>
        </p:nvGrpSpPr>
        <p:grpSpPr>
          <a:xfrm>
            <a:off x="417483" y="242356"/>
            <a:ext cx="5851053" cy="1309820"/>
            <a:chOff x="0" y="-241100"/>
            <a:chExt cx="7801404" cy="1746426"/>
          </a:xfrm>
        </p:grpSpPr>
        <p:grpSp>
          <p:nvGrpSpPr>
            <p:cNvPr id="765" name="Google Shape;765;p15"/>
            <p:cNvGrpSpPr/>
            <p:nvPr/>
          </p:nvGrpSpPr>
          <p:grpSpPr>
            <a:xfrm>
              <a:off x="0" y="-241100"/>
              <a:ext cx="2173363" cy="520366"/>
              <a:chOff x="0" y="-47625"/>
              <a:chExt cx="429306" cy="102789"/>
            </a:xfrm>
          </p:grpSpPr>
          <p:sp>
            <p:nvSpPr>
              <p:cNvPr id="766" name="Google Shape;766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8" name="Google Shape;768;p15"/>
            <p:cNvGrpSpPr/>
            <p:nvPr/>
          </p:nvGrpSpPr>
          <p:grpSpPr>
            <a:xfrm>
              <a:off x="2571714" y="-241100"/>
              <a:ext cx="2173363" cy="520366"/>
              <a:chOff x="0" y="-47625"/>
              <a:chExt cx="429306" cy="102789"/>
            </a:xfrm>
          </p:grpSpPr>
          <p:sp>
            <p:nvSpPr>
              <p:cNvPr id="769" name="Google Shape;769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1" name="Google Shape;771;p15"/>
            <p:cNvGrpSpPr/>
            <p:nvPr/>
          </p:nvGrpSpPr>
          <p:grpSpPr>
            <a:xfrm>
              <a:off x="1345333" y="575063"/>
              <a:ext cx="2173363" cy="520366"/>
              <a:chOff x="0" y="-47625"/>
              <a:chExt cx="429306" cy="102789"/>
            </a:xfrm>
          </p:grpSpPr>
          <p:sp>
            <p:nvSpPr>
              <p:cNvPr id="772" name="Google Shape;772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4" name="Google Shape;774;p15"/>
            <p:cNvGrpSpPr/>
            <p:nvPr/>
          </p:nvGrpSpPr>
          <p:grpSpPr>
            <a:xfrm>
              <a:off x="3658396" y="563641"/>
              <a:ext cx="2173363" cy="520366"/>
              <a:chOff x="0" y="-47625"/>
              <a:chExt cx="429306" cy="102789"/>
            </a:xfrm>
          </p:grpSpPr>
          <p:sp>
            <p:nvSpPr>
              <p:cNvPr id="775" name="Google Shape;775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7" name="Google Shape;777;p15"/>
            <p:cNvGrpSpPr/>
            <p:nvPr/>
          </p:nvGrpSpPr>
          <p:grpSpPr>
            <a:xfrm>
              <a:off x="5314643" y="-241100"/>
              <a:ext cx="1191036" cy="520366"/>
              <a:chOff x="0" y="-47625"/>
              <a:chExt cx="235266" cy="102789"/>
            </a:xfrm>
          </p:grpSpPr>
          <p:sp>
            <p:nvSpPr>
              <p:cNvPr id="778" name="Google Shape;778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0" name="Google Shape;780;p15"/>
            <p:cNvGrpSpPr/>
            <p:nvPr/>
          </p:nvGrpSpPr>
          <p:grpSpPr>
            <a:xfrm>
              <a:off x="6610368" y="563641"/>
              <a:ext cx="1191036" cy="520366"/>
              <a:chOff x="0" y="-47625"/>
              <a:chExt cx="235266" cy="102789"/>
            </a:xfrm>
          </p:grpSpPr>
          <p:sp>
            <p:nvSpPr>
              <p:cNvPr id="781" name="Google Shape;781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3" name="Google Shape;783;p15"/>
            <p:cNvGrpSpPr/>
            <p:nvPr/>
          </p:nvGrpSpPr>
          <p:grpSpPr>
            <a:xfrm>
              <a:off x="0" y="586483"/>
              <a:ext cx="1202459" cy="497523"/>
              <a:chOff x="0" y="-47625"/>
              <a:chExt cx="237523" cy="98276"/>
            </a:xfrm>
          </p:grpSpPr>
          <p:sp>
            <p:nvSpPr>
              <p:cNvPr id="784" name="Google Shape;784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5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6" name="Google Shape;786;p15"/>
            <p:cNvGrpSpPr/>
            <p:nvPr/>
          </p:nvGrpSpPr>
          <p:grpSpPr>
            <a:xfrm>
              <a:off x="0" y="165166"/>
              <a:ext cx="4377449" cy="520366"/>
              <a:chOff x="0" y="-47625"/>
              <a:chExt cx="864681" cy="102789"/>
            </a:xfrm>
          </p:grpSpPr>
          <p:sp>
            <p:nvSpPr>
              <p:cNvPr id="787" name="Google Shape;787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9" name="Google Shape;789;p15"/>
            <p:cNvGrpSpPr/>
            <p:nvPr/>
          </p:nvGrpSpPr>
          <p:grpSpPr>
            <a:xfrm>
              <a:off x="0" y="984960"/>
              <a:ext cx="4377449" cy="520366"/>
              <a:chOff x="0" y="-47625"/>
              <a:chExt cx="864681" cy="102789"/>
            </a:xfrm>
          </p:grpSpPr>
          <p:sp>
            <p:nvSpPr>
              <p:cNvPr id="790" name="Google Shape;790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2" name="Google Shape;792;p15"/>
          <p:cNvGrpSpPr/>
          <p:nvPr/>
        </p:nvGrpSpPr>
        <p:grpSpPr>
          <a:xfrm>
            <a:off x="11860217" y="242356"/>
            <a:ext cx="5851054" cy="1309820"/>
            <a:chOff x="0" y="0"/>
            <a:chExt cx="7801405" cy="1746426"/>
          </a:xfrm>
        </p:grpSpPr>
        <p:grpSp>
          <p:nvGrpSpPr>
            <p:cNvPr id="793" name="Google Shape;793;p15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794" name="Google Shape;794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6" name="Google Shape;796;p15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797" name="Google Shape;797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9" name="Google Shape;799;p15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800" name="Google Shape;800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2" name="Google Shape;802;p15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803" name="Google Shape;803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5" name="Google Shape;805;p15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806" name="Google Shape;806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8" name="Google Shape;808;p15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809" name="Google Shape;809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1" name="Google Shape;811;p15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812" name="Google Shape;812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5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4" name="Google Shape;814;p15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815" name="Google Shape;815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7" name="Google Shape;817;p15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818" name="Google Shape;818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" name="Group 73"/>
          <p:cNvGrpSpPr/>
          <p:nvPr/>
        </p:nvGrpSpPr>
        <p:grpSpPr>
          <a:xfrm>
            <a:off x="925424" y="4594596"/>
            <a:ext cx="15381027" cy="571062"/>
            <a:chOff x="2661312" y="2947916"/>
            <a:chExt cx="15381027" cy="614150"/>
          </a:xfrm>
        </p:grpSpPr>
        <p:sp>
          <p:nvSpPr>
            <p:cNvPr id="75" name="Rectangle 74"/>
            <p:cNvSpPr/>
            <p:nvPr/>
          </p:nvSpPr>
          <p:spPr>
            <a:xfrm>
              <a:off x="2661312" y="2947916"/>
              <a:ext cx="15381027" cy="6141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111146" y="3044744"/>
              <a:ext cx="10317049" cy="430299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dirty="0"/>
                <a:t>This is the variable that will hold the number (like 5, 10, 20) you want to store.</a:t>
              </a:r>
              <a:endParaRPr lang="en-US" sz="2000" b="1" dirty="0"/>
            </a:p>
          </p:txBody>
        </p:sp>
      </p:grpSp>
      <p:sp>
        <p:nvSpPr>
          <p:cNvPr id="17" name="Left Brace 16"/>
          <p:cNvSpPr/>
          <p:nvPr/>
        </p:nvSpPr>
        <p:spPr>
          <a:xfrm rot="10800000">
            <a:off x="5375259" y="6949653"/>
            <a:ext cx="673502" cy="1832818"/>
          </a:xfrm>
          <a:prstGeom prst="leftBrace">
            <a:avLst>
              <a:gd name="adj1" fmla="val 9372"/>
              <a:gd name="adj2" fmla="val 54576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/>
          <p:cNvSpPr txBox="1"/>
          <p:nvPr/>
        </p:nvSpPr>
        <p:spPr>
          <a:xfrm>
            <a:off x="6268536" y="7622267"/>
            <a:ext cx="7383439" cy="400110"/>
          </a:xfrm>
          <a:prstGeom prst="rect">
            <a:avLst/>
          </a:prstGeom>
          <a:solidFill>
            <a:schemeClr val="accent5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/>
              <a:t>Constructor that initialize the members. </a:t>
            </a:r>
            <a:endParaRPr lang="en-US" sz="2000" b="1" dirty="0"/>
          </a:p>
        </p:txBody>
      </p:sp>
      <p:grpSp>
        <p:nvGrpSpPr>
          <p:cNvPr id="70" name="Group 69"/>
          <p:cNvGrpSpPr/>
          <p:nvPr/>
        </p:nvGrpSpPr>
        <p:grpSpPr>
          <a:xfrm>
            <a:off x="925424" y="5445132"/>
            <a:ext cx="15381027" cy="653985"/>
            <a:chOff x="2661312" y="2947916"/>
            <a:chExt cx="15381027" cy="614150"/>
          </a:xfrm>
        </p:grpSpPr>
        <p:sp>
          <p:nvSpPr>
            <p:cNvPr id="71" name="Rectangle 70"/>
            <p:cNvSpPr/>
            <p:nvPr/>
          </p:nvSpPr>
          <p:spPr>
            <a:xfrm>
              <a:off x="2661312" y="2947916"/>
              <a:ext cx="15381027" cy="6141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6610088" y="3044744"/>
              <a:ext cx="10818107" cy="375739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Pointer to the Next Node. </a:t>
              </a:r>
              <a:endParaRPr 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7078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7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5"/>
          <p:cNvSpPr txBox="1"/>
          <p:nvPr/>
        </p:nvSpPr>
        <p:spPr>
          <a:xfrm>
            <a:off x="6999519" y="407344"/>
            <a:ext cx="4584977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393A3F"/>
                </a:solidFill>
                <a:latin typeface="Anton"/>
                <a:sym typeface="Anton"/>
              </a:rPr>
              <a:t>Stack (LL)</a:t>
            </a:r>
            <a:endParaRPr sz="900" dirty="0"/>
          </a:p>
        </p:txBody>
      </p:sp>
      <p:grpSp>
        <p:nvGrpSpPr>
          <p:cNvPr id="764" name="Google Shape;764;p15"/>
          <p:cNvGrpSpPr/>
          <p:nvPr/>
        </p:nvGrpSpPr>
        <p:grpSpPr>
          <a:xfrm>
            <a:off x="417483" y="242356"/>
            <a:ext cx="5851053" cy="1309820"/>
            <a:chOff x="0" y="-241100"/>
            <a:chExt cx="7801404" cy="1746426"/>
          </a:xfrm>
        </p:grpSpPr>
        <p:grpSp>
          <p:nvGrpSpPr>
            <p:cNvPr id="765" name="Google Shape;765;p15"/>
            <p:cNvGrpSpPr/>
            <p:nvPr/>
          </p:nvGrpSpPr>
          <p:grpSpPr>
            <a:xfrm>
              <a:off x="0" y="-241100"/>
              <a:ext cx="2173363" cy="520366"/>
              <a:chOff x="0" y="-47625"/>
              <a:chExt cx="429306" cy="102789"/>
            </a:xfrm>
          </p:grpSpPr>
          <p:sp>
            <p:nvSpPr>
              <p:cNvPr id="766" name="Google Shape;766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8" name="Google Shape;768;p15"/>
            <p:cNvGrpSpPr/>
            <p:nvPr/>
          </p:nvGrpSpPr>
          <p:grpSpPr>
            <a:xfrm>
              <a:off x="2571714" y="-241100"/>
              <a:ext cx="2173363" cy="520366"/>
              <a:chOff x="0" y="-47625"/>
              <a:chExt cx="429306" cy="102789"/>
            </a:xfrm>
          </p:grpSpPr>
          <p:sp>
            <p:nvSpPr>
              <p:cNvPr id="769" name="Google Shape;769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1" name="Google Shape;771;p15"/>
            <p:cNvGrpSpPr/>
            <p:nvPr/>
          </p:nvGrpSpPr>
          <p:grpSpPr>
            <a:xfrm>
              <a:off x="1345333" y="575063"/>
              <a:ext cx="2173363" cy="520366"/>
              <a:chOff x="0" y="-47625"/>
              <a:chExt cx="429306" cy="102789"/>
            </a:xfrm>
          </p:grpSpPr>
          <p:sp>
            <p:nvSpPr>
              <p:cNvPr id="772" name="Google Shape;772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4" name="Google Shape;774;p15"/>
            <p:cNvGrpSpPr/>
            <p:nvPr/>
          </p:nvGrpSpPr>
          <p:grpSpPr>
            <a:xfrm>
              <a:off x="3658396" y="563641"/>
              <a:ext cx="2173363" cy="520366"/>
              <a:chOff x="0" y="-47625"/>
              <a:chExt cx="429306" cy="102789"/>
            </a:xfrm>
          </p:grpSpPr>
          <p:sp>
            <p:nvSpPr>
              <p:cNvPr id="775" name="Google Shape;775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7" name="Google Shape;777;p15"/>
            <p:cNvGrpSpPr/>
            <p:nvPr/>
          </p:nvGrpSpPr>
          <p:grpSpPr>
            <a:xfrm>
              <a:off x="5314643" y="-241100"/>
              <a:ext cx="1191036" cy="520366"/>
              <a:chOff x="0" y="-47625"/>
              <a:chExt cx="235266" cy="102789"/>
            </a:xfrm>
          </p:grpSpPr>
          <p:sp>
            <p:nvSpPr>
              <p:cNvPr id="778" name="Google Shape;778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0" name="Google Shape;780;p15"/>
            <p:cNvGrpSpPr/>
            <p:nvPr/>
          </p:nvGrpSpPr>
          <p:grpSpPr>
            <a:xfrm>
              <a:off x="6610368" y="563641"/>
              <a:ext cx="1191036" cy="520366"/>
              <a:chOff x="0" y="-47625"/>
              <a:chExt cx="235266" cy="102789"/>
            </a:xfrm>
          </p:grpSpPr>
          <p:sp>
            <p:nvSpPr>
              <p:cNvPr id="781" name="Google Shape;781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3" name="Google Shape;783;p15"/>
            <p:cNvGrpSpPr/>
            <p:nvPr/>
          </p:nvGrpSpPr>
          <p:grpSpPr>
            <a:xfrm>
              <a:off x="0" y="586483"/>
              <a:ext cx="1202459" cy="497523"/>
              <a:chOff x="0" y="-47625"/>
              <a:chExt cx="237523" cy="98276"/>
            </a:xfrm>
          </p:grpSpPr>
          <p:sp>
            <p:nvSpPr>
              <p:cNvPr id="784" name="Google Shape;784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5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6" name="Google Shape;786;p15"/>
            <p:cNvGrpSpPr/>
            <p:nvPr/>
          </p:nvGrpSpPr>
          <p:grpSpPr>
            <a:xfrm>
              <a:off x="0" y="165166"/>
              <a:ext cx="4377449" cy="520366"/>
              <a:chOff x="0" y="-47625"/>
              <a:chExt cx="864681" cy="102789"/>
            </a:xfrm>
          </p:grpSpPr>
          <p:sp>
            <p:nvSpPr>
              <p:cNvPr id="787" name="Google Shape;787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9" name="Google Shape;789;p15"/>
            <p:cNvGrpSpPr/>
            <p:nvPr/>
          </p:nvGrpSpPr>
          <p:grpSpPr>
            <a:xfrm>
              <a:off x="0" y="984960"/>
              <a:ext cx="4377449" cy="520366"/>
              <a:chOff x="0" y="-47625"/>
              <a:chExt cx="864681" cy="102789"/>
            </a:xfrm>
          </p:grpSpPr>
          <p:sp>
            <p:nvSpPr>
              <p:cNvPr id="790" name="Google Shape;790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2" name="Google Shape;792;p15"/>
          <p:cNvGrpSpPr/>
          <p:nvPr/>
        </p:nvGrpSpPr>
        <p:grpSpPr>
          <a:xfrm>
            <a:off x="11860217" y="242356"/>
            <a:ext cx="5851054" cy="1309820"/>
            <a:chOff x="0" y="0"/>
            <a:chExt cx="7801405" cy="1746426"/>
          </a:xfrm>
        </p:grpSpPr>
        <p:grpSp>
          <p:nvGrpSpPr>
            <p:cNvPr id="793" name="Google Shape;793;p15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794" name="Google Shape;794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6" name="Google Shape;796;p15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797" name="Google Shape;797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9" name="Google Shape;799;p15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800" name="Google Shape;800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2" name="Google Shape;802;p15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803" name="Google Shape;803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5" name="Google Shape;805;p15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806" name="Google Shape;806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8" name="Google Shape;808;p15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809" name="Google Shape;809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1" name="Google Shape;811;p15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812" name="Google Shape;812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5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4" name="Google Shape;814;p15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815" name="Google Shape;815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7" name="Google Shape;817;p15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818" name="Google Shape;818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83" y="4029644"/>
            <a:ext cx="7524750" cy="2609850"/>
          </a:xfrm>
          <a:prstGeom prst="rect">
            <a:avLst/>
          </a:prstGeom>
        </p:spPr>
      </p:pic>
      <p:grpSp>
        <p:nvGrpSpPr>
          <p:cNvPr id="74" name="Group 73"/>
          <p:cNvGrpSpPr/>
          <p:nvPr/>
        </p:nvGrpSpPr>
        <p:grpSpPr>
          <a:xfrm>
            <a:off x="688699" y="4070704"/>
            <a:ext cx="15381027" cy="571062"/>
            <a:chOff x="2661312" y="2947916"/>
            <a:chExt cx="15381027" cy="614150"/>
          </a:xfrm>
        </p:grpSpPr>
        <p:sp>
          <p:nvSpPr>
            <p:cNvPr id="75" name="Rectangle 74"/>
            <p:cNvSpPr/>
            <p:nvPr/>
          </p:nvSpPr>
          <p:spPr>
            <a:xfrm>
              <a:off x="2661312" y="2947916"/>
              <a:ext cx="15381027" cy="6141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111146" y="3044744"/>
              <a:ext cx="10317049" cy="430299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Stack is Empty or have data.</a:t>
              </a:r>
              <a:endParaRPr 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8683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83" y="3445392"/>
            <a:ext cx="8715375" cy="4257675"/>
          </a:xfrm>
          <a:prstGeom prst="rect">
            <a:avLst/>
          </a:prstGeom>
        </p:spPr>
      </p:pic>
      <p:sp>
        <p:nvSpPr>
          <p:cNvPr id="763" name="Google Shape;763;p15"/>
          <p:cNvSpPr txBox="1"/>
          <p:nvPr/>
        </p:nvSpPr>
        <p:spPr>
          <a:xfrm>
            <a:off x="6999519" y="407344"/>
            <a:ext cx="4584977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393A3F"/>
                </a:solidFill>
                <a:latin typeface="Anton"/>
                <a:sym typeface="Anton"/>
              </a:rPr>
              <a:t>Stack (LL)</a:t>
            </a:r>
            <a:endParaRPr sz="900" dirty="0"/>
          </a:p>
        </p:txBody>
      </p:sp>
      <p:grpSp>
        <p:nvGrpSpPr>
          <p:cNvPr id="764" name="Google Shape;764;p15"/>
          <p:cNvGrpSpPr/>
          <p:nvPr/>
        </p:nvGrpSpPr>
        <p:grpSpPr>
          <a:xfrm>
            <a:off x="417483" y="242356"/>
            <a:ext cx="5851053" cy="1309820"/>
            <a:chOff x="0" y="-241100"/>
            <a:chExt cx="7801404" cy="1746426"/>
          </a:xfrm>
        </p:grpSpPr>
        <p:grpSp>
          <p:nvGrpSpPr>
            <p:cNvPr id="765" name="Google Shape;765;p15"/>
            <p:cNvGrpSpPr/>
            <p:nvPr/>
          </p:nvGrpSpPr>
          <p:grpSpPr>
            <a:xfrm>
              <a:off x="0" y="-241100"/>
              <a:ext cx="2173363" cy="520366"/>
              <a:chOff x="0" y="-47625"/>
              <a:chExt cx="429306" cy="102789"/>
            </a:xfrm>
          </p:grpSpPr>
          <p:sp>
            <p:nvSpPr>
              <p:cNvPr id="766" name="Google Shape;766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8" name="Google Shape;768;p15"/>
            <p:cNvGrpSpPr/>
            <p:nvPr/>
          </p:nvGrpSpPr>
          <p:grpSpPr>
            <a:xfrm>
              <a:off x="2571714" y="-241100"/>
              <a:ext cx="2173363" cy="520366"/>
              <a:chOff x="0" y="-47625"/>
              <a:chExt cx="429306" cy="102789"/>
            </a:xfrm>
          </p:grpSpPr>
          <p:sp>
            <p:nvSpPr>
              <p:cNvPr id="769" name="Google Shape;769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1" name="Google Shape;771;p15"/>
            <p:cNvGrpSpPr/>
            <p:nvPr/>
          </p:nvGrpSpPr>
          <p:grpSpPr>
            <a:xfrm>
              <a:off x="1345333" y="575063"/>
              <a:ext cx="2173363" cy="520366"/>
              <a:chOff x="0" y="-47625"/>
              <a:chExt cx="429306" cy="102789"/>
            </a:xfrm>
          </p:grpSpPr>
          <p:sp>
            <p:nvSpPr>
              <p:cNvPr id="772" name="Google Shape;772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4" name="Google Shape;774;p15"/>
            <p:cNvGrpSpPr/>
            <p:nvPr/>
          </p:nvGrpSpPr>
          <p:grpSpPr>
            <a:xfrm>
              <a:off x="3658396" y="563641"/>
              <a:ext cx="2173363" cy="520366"/>
              <a:chOff x="0" y="-47625"/>
              <a:chExt cx="429306" cy="102789"/>
            </a:xfrm>
          </p:grpSpPr>
          <p:sp>
            <p:nvSpPr>
              <p:cNvPr id="775" name="Google Shape;775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7" name="Google Shape;777;p15"/>
            <p:cNvGrpSpPr/>
            <p:nvPr/>
          </p:nvGrpSpPr>
          <p:grpSpPr>
            <a:xfrm>
              <a:off x="5314643" y="-241100"/>
              <a:ext cx="1191036" cy="520366"/>
              <a:chOff x="0" y="-47625"/>
              <a:chExt cx="235266" cy="102789"/>
            </a:xfrm>
          </p:grpSpPr>
          <p:sp>
            <p:nvSpPr>
              <p:cNvPr id="778" name="Google Shape;778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0" name="Google Shape;780;p15"/>
            <p:cNvGrpSpPr/>
            <p:nvPr/>
          </p:nvGrpSpPr>
          <p:grpSpPr>
            <a:xfrm>
              <a:off x="6610368" y="563641"/>
              <a:ext cx="1191036" cy="520366"/>
              <a:chOff x="0" y="-47625"/>
              <a:chExt cx="235266" cy="102789"/>
            </a:xfrm>
          </p:grpSpPr>
          <p:sp>
            <p:nvSpPr>
              <p:cNvPr id="781" name="Google Shape;781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3" name="Google Shape;783;p15"/>
            <p:cNvGrpSpPr/>
            <p:nvPr/>
          </p:nvGrpSpPr>
          <p:grpSpPr>
            <a:xfrm>
              <a:off x="0" y="586483"/>
              <a:ext cx="1202459" cy="497523"/>
              <a:chOff x="0" y="-47625"/>
              <a:chExt cx="237523" cy="98276"/>
            </a:xfrm>
          </p:grpSpPr>
          <p:sp>
            <p:nvSpPr>
              <p:cNvPr id="784" name="Google Shape;784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5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6" name="Google Shape;786;p15"/>
            <p:cNvGrpSpPr/>
            <p:nvPr/>
          </p:nvGrpSpPr>
          <p:grpSpPr>
            <a:xfrm>
              <a:off x="0" y="165166"/>
              <a:ext cx="4377449" cy="520366"/>
              <a:chOff x="0" y="-47625"/>
              <a:chExt cx="864681" cy="102789"/>
            </a:xfrm>
          </p:grpSpPr>
          <p:sp>
            <p:nvSpPr>
              <p:cNvPr id="787" name="Google Shape;787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9" name="Google Shape;789;p15"/>
            <p:cNvGrpSpPr/>
            <p:nvPr/>
          </p:nvGrpSpPr>
          <p:grpSpPr>
            <a:xfrm>
              <a:off x="0" y="984960"/>
              <a:ext cx="4377449" cy="520366"/>
              <a:chOff x="0" y="-47625"/>
              <a:chExt cx="864681" cy="102789"/>
            </a:xfrm>
          </p:grpSpPr>
          <p:sp>
            <p:nvSpPr>
              <p:cNvPr id="790" name="Google Shape;790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2" name="Google Shape;792;p15"/>
          <p:cNvGrpSpPr/>
          <p:nvPr/>
        </p:nvGrpSpPr>
        <p:grpSpPr>
          <a:xfrm>
            <a:off x="11860217" y="242356"/>
            <a:ext cx="5851054" cy="1309820"/>
            <a:chOff x="0" y="0"/>
            <a:chExt cx="7801405" cy="1746426"/>
          </a:xfrm>
        </p:grpSpPr>
        <p:grpSp>
          <p:nvGrpSpPr>
            <p:cNvPr id="793" name="Google Shape;793;p15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794" name="Google Shape;794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6" name="Google Shape;796;p15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797" name="Google Shape;797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9" name="Google Shape;799;p15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800" name="Google Shape;800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2" name="Google Shape;802;p15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803" name="Google Shape;803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5" name="Google Shape;805;p15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806" name="Google Shape;806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8" name="Google Shape;808;p15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809" name="Google Shape;809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1" name="Google Shape;811;p15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812" name="Google Shape;812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5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4" name="Google Shape;814;p15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815" name="Google Shape;815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7" name="Google Shape;817;p15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818" name="Google Shape;818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" name="Group 73"/>
          <p:cNvGrpSpPr/>
          <p:nvPr/>
        </p:nvGrpSpPr>
        <p:grpSpPr>
          <a:xfrm>
            <a:off x="1426483" y="4519990"/>
            <a:ext cx="16431573" cy="571062"/>
            <a:chOff x="2661312" y="2947916"/>
            <a:chExt cx="15381027" cy="614150"/>
          </a:xfrm>
        </p:grpSpPr>
        <p:sp>
          <p:nvSpPr>
            <p:cNvPr id="75" name="Rectangle 74"/>
            <p:cNvSpPr/>
            <p:nvPr/>
          </p:nvSpPr>
          <p:spPr>
            <a:xfrm>
              <a:off x="2661312" y="2947916"/>
              <a:ext cx="15381027" cy="6141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933622" y="3044744"/>
              <a:ext cx="8494572" cy="430299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Create A New Node</a:t>
              </a:r>
              <a:endParaRPr lang="en-US" sz="2000" b="1" dirty="0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1190701" y="5574230"/>
            <a:ext cx="16520569" cy="1696031"/>
            <a:chOff x="2661312" y="2947916"/>
            <a:chExt cx="15381027" cy="614150"/>
          </a:xfrm>
        </p:grpSpPr>
        <p:sp>
          <p:nvSpPr>
            <p:cNvPr id="65" name="Rectangle 64"/>
            <p:cNvSpPr/>
            <p:nvPr/>
          </p:nvSpPr>
          <p:spPr>
            <a:xfrm>
              <a:off x="2661312" y="2947916"/>
              <a:ext cx="15381027" cy="6141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388892" y="2994979"/>
              <a:ext cx="10313655" cy="256333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We will assign top to the Next pointer of the newly created node. Initially when the node is empty the next will become </a:t>
              </a:r>
              <a:r>
                <a:rPr lang="en-US" sz="2000" dirty="0" err="1" smtClean="0"/>
                <a:t>nullptr</a:t>
              </a:r>
              <a:r>
                <a:rPr lang="en-US" sz="2000" dirty="0" smtClean="0"/>
                <a:t>; </a:t>
              </a:r>
              <a:endParaRPr 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979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31" y="3269470"/>
            <a:ext cx="6734175" cy="6305550"/>
          </a:xfrm>
          <a:prstGeom prst="rect">
            <a:avLst/>
          </a:prstGeom>
        </p:spPr>
      </p:pic>
      <p:sp>
        <p:nvSpPr>
          <p:cNvPr id="763" name="Google Shape;763;p15"/>
          <p:cNvSpPr txBox="1"/>
          <p:nvPr/>
        </p:nvSpPr>
        <p:spPr>
          <a:xfrm>
            <a:off x="6999519" y="407344"/>
            <a:ext cx="4584977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 smtClean="0">
                <a:solidFill>
                  <a:srgbClr val="393A3F"/>
                </a:solidFill>
                <a:latin typeface="Anton"/>
                <a:sym typeface="Anton"/>
              </a:rPr>
              <a:t>Stack (LL)</a:t>
            </a:r>
            <a:endParaRPr sz="900" dirty="0"/>
          </a:p>
        </p:txBody>
      </p:sp>
      <p:grpSp>
        <p:nvGrpSpPr>
          <p:cNvPr id="764" name="Google Shape;764;p15"/>
          <p:cNvGrpSpPr/>
          <p:nvPr/>
        </p:nvGrpSpPr>
        <p:grpSpPr>
          <a:xfrm>
            <a:off x="417483" y="242356"/>
            <a:ext cx="5851053" cy="1309820"/>
            <a:chOff x="0" y="-241100"/>
            <a:chExt cx="7801404" cy="1746426"/>
          </a:xfrm>
        </p:grpSpPr>
        <p:grpSp>
          <p:nvGrpSpPr>
            <p:cNvPr id="765" name="Google Shape;765;p15"/>
            <p:cNvGrpSpPr/>
            <p:nvPr/>
          </p:nvGrpSpPr>
          <p:grpSpPr>
            <a:xfrm>
              <a:off x="0" y="-241100"/>
              <a:ext cx="2173363" cy="520366"/>
              <a:chOff x="0" y="-47625"/>
              <a:chExt cx="429306" cy="102789"/>
            </a:xfrm>
          </p:grpSpPr>
          <p:sp>
            <p:nvSpPr>
              <p:cNvPr id="766" name="Google Shape;766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8" name="Google Shape;768;p15"/>
            <p:cNvGrpSpPr/>
            <p:nvPr/>
          </p:nvGrpSpPr>
          <p:grpSpPr>
            <a:xfrm>
              <a:off x="2571714" y="-241100"/>
              <a:ext cx="2173363" cy="520366"/>
              <a:chOff x="0" y="-47625"/>
              <a:chExt cx="429306" cy="102789"/>
            </a:xfrm>
          </p:grpSpPr>
          <p:sp>
            <p:nvSpPr>
              <p:cNvPr id="769" name="Google Shape;769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1" name="Google Shape;771;p15"/>
            <p:cNvGrpSpPr/>
            <p:nvPr/>
          </p:nvGrpSpPr>
          <p:grpSpPr>
            <a:xfrm>
              <a:off x="1345333" y="575063"/>
              <a:ext cx="2173363" cy="520366"/>
              <a:chOff x="0" y="-47625"/>
              <a:chExt cx="429306" cy="102789"/>
            </a:xfrm>
          </p:grpSpPr>
          <p:sp>
            <p:nvSpPr>
              <p:cNvPr id="772" name="Google Shape;772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4" name="Google Shape;774;p15"/>
            <p:cNvGrpSpPr/>
            <p:nvPr/>
          </p:nvGrpSpPr>
          <p:grpSpPr>
            <a:xfrm>
              <a:off x="3658396" y="563641"/>
              <a:ext cx="2173363" cy="520366"/>
              <a:chOff x="0" y="-47625"/>
              <a:chExt cx="429306" cy="102789"/>
            </a:xfrm>
          </p:grpSpPr>
          <p:sp>
            <p:nvSpPr>
              <p:cNvPr id="775" name="Google Shape;775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7" name="Google Shape;777;p15"/>
            <p:cNvGrpSpPr/>
            <p:nvPr/>
          </p:nvGrpSpPr>
          <p:grpSpPr>
            <a:xfrm>
              <a:off x="5314643" y="-241100"/>
              <a:ext cx="1191036" cy="520366"/>
              <a:chOff x="0" y="-47625"/>
              <a:chExt cx="235266" cy="102789"/>
            </a:xfrm>
          </p:grpSpPr>
          <p:sp>
            <p:nvSpPr>
              <p:cNvPr id="778" name="Google Shape;778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0" name="Google Shape;780;p15"/>
            <p:cNvGrpSpPr/>
            <p:nvPr/>
          </p:nvGrpSpPr>
          <p:grpSpPr>
            <a:xfrm>
              <a:off x="6610368" y="563641"/>
              <a:ext cx="1191036" cy="520366"/>
              <a:chOff x="0" y="-47625"/>
              <a:chExt cx="235266" cy="102789"/>
            </a:xfrm>
          </p:grpSpPr>
          <p:sp>
            <p:nvSpPr>
              <p:cNvPr id="781" name="Google Shape;781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3" name="Google Shape;783;p15"/>
            <p:cNvGrpSpPr/>
            <p:nvPr/>
          </p:nvGrpSpPr>
          <p:grpSpPr>
            <a:xfrm>
              <a:off x="0" y="586483"/>
              <a:ext cx="1202459" cy="497523"/>
              <a:chOff x="0" y="-47625"/>
              <a:chExt cx="237523" cy="98276"/>
            </a:xfrm>
          </p:grpSpPr>
          <p:sp>
            <p:nvSpPr>
              <p:cNvPr id="784" name="Google Shape;784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5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6" name="Google Shape;786;p15"/>
            <p:cNvGrpSpPr/>
            <p:nvPr/>
          </p:nvGrpSpPr>
          <p:grpSpPr>
            <a:xfrm>
              <a:off x="0" y="165166"/>
              <a:ext cx="4377449" cy="520366"/>
              <a:chOff x="0" y="-47625"/>
              <a:chExt cx="864681" cy="102789"/>
            </a:xfrm>
          </p:grpSpPr>
          <p:sp>
            <p:nvSpPr>
              <p:cNvPr id="787" name="Google Shape;787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9" name="Google Shape;789;p15"/>
            <p:cNvGrpSpPr/>
            <p:nvPr/>
          </p:nvGrpSpPr>
          <p:grpSpPr>
            <a:xfrm>
              <a:off x="0" y="984960"/>
              <a:ext cx="4377449" cy="520366"/>
              <a:chOff x="0" y="-47625"/>
              <a:chExt cx="864681" cy="102789"/>
            </a:xfrm>
          </p:grpSpPr>
          <p:sp>
            <p:nvSpPr>
              <p:cNvPr id="790" name="Google Shape;790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2" name="Google Shape;792;p15"/>
          <p:cNvGrpSpPr/>
          <p:nvPr/>
        </p:nvGrpSpPr>
        <p:grpSpPr>
          <a:xfrm>
            <a:off x="11860217" y="242356"/>
            <a:ext cx="5851054" cy="1309820"/>
            <a:chOff x="0" y="0"/>
            <a:chExt cx="7801405" cy="1746426"/>
          </a:xfrm>
        </p:grpSpPr>
        <p:grpSp>
          <p:nvGrpSpPr>
            <p:cNvPr id="793" name="Google Shape;793;p15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794" name="Google Shape;794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6" name="Google Shape;796;p15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797" name="Google Shape;797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9" name="Google Shape;799;p15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800" name="Google Shape;800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2" name="Google Shape;802;p15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803" name="Google Shape;803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5" name="Google Shape;805;p15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806" name="Google Shape;806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8" name="Google Shape;808;p15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809" name="Google Shape;809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1" name="Google Shape;811;p15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812" name="Google Shape;812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5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4" name="Google Shape;814;p15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815" name="Google Shape;815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7" name="Google Shape;817;p15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818" name="Google Shape;818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" name="Group 73"/>
          <p:cNvGrpSpPr/>
          <p:nvPr/>
        </p:nvGrpSpPr>
        <p:grpSpPr>
          <a:xfrm>
            <a:off x="1603903" y="4008190"/>
            <a:ext cx="16431573" cy="571062"/>
            <a:chOff x="2661312" y="2947916"/>
            <a:chExt cx="15381027" cy="614150"/>
          </a:xfrm>
        </p:grpSpPr>
        <p:sp>
          <p:nvSpPr>
            <p:cNvPr id="75" name="Rectangle 74"/>
            <p:cNvSpPr/>
            <p:nvPr/>
          </p:nvSpPr>
          <p:spPr>
            <a:xfrm>
              <a:off x="2661312" y="2947916"/>
              <a:ext cx="15381027" cy="6141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933622" y="3044744"/>
              <a:ext cx="8494572" cy="430299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If the stack is empty nothing to remove.</a:t>
              </a:r>
              <a:endParaRPr lang="en-US" sz="2000" b="1" dirty="0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2241494" y="6911391"/>
            <a:ext cx="16520569" cy="1696031"/>
            <a:chOff x="2661312" y="2947916"/>
            <a:chExt cx="15381027" cy="614150"/>
          </a:xfrm>
        </p:grpSpPr>
        <p:sp>
          <p:nvSpPr>
            <p:cNvPr id="65" name="Rectangle 64"/>
            <p:cNvSpPr/>
            <p:nvPr/>
          </p:nvSpPr>
          <p:spPr>
            <a:xfrm>
              <a:off x="2661312" y="2947916"/>
              <a:ext cx="15381027" cy="6141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388892" y="2994979"/>
              <a:ext cx="10313655" cy="144884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Delete the node that is currently pointed by the top. And move the top to node next pointer</a:t>
              </a:r>
              <a:endParaRPr 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09323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27"/>
          <p:cNvSpPr/>
          <p:nvPr/>
        </p:nvSpPr>
        <p:spPr>
          <a:xfrm>
            <a:off x="13785666" y="4174220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91" name="Google Shape;1691;p27"/>
          <p:cNvGrpSpPr/>
          <p:nvPr/>
        </p:nvGrpSpPr>
        <p:grpSpPr>
          <a:xfrm rot="2821008">
            <a:off x="16959926" y="165868"/>
            <a:ext cx="1057412" cy="1194325"/>
            <a:chOff x="-95788" y="-89271"/>
            <a:chExt cx="1409883" cy="1592433"/>
          </a:xfrm>
        </p:grpSpPr>
        <p:grpSp>
          <p:nvGrpSpPr>
            <p:cNvPr id="1692" name="Google Shape;1692;p27"/>
            <p:cNvGrpSpPr/>
            <p:nvPr/>
          </p:nvGrpSpPr>
          <p:grpSpPr>
            <a:xfrm rot="-2821008">
              <a:off x="134749" y="283003"/>
              <a:ext cx="943438" cy="1040647"/>
              <a:chOff x="0" y="-47625"/>
              <a:chExt cx="343153" cy="378511"/>
            </a:xfrm>
          </p:grpSpPr>
          <p:sp>
            <p:nvSpPr>
              <p:cNvPr id="1693" name="Google Shape;1693;p2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27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5" name="Google Shape;1695;p27"/>
            <p:cNvGrpSpPr/>
            <p:nvPr/>
          </p:nvGrpSpPr>
          <p:grpSpPr>
            <a:xfrm rot="-2821008">
              <a:off x="140122" y="90242"/>
              <a:ext cx="943438" cy="1040647"/>
              <a:chOff x="0" y="-47625"/>
              <a:chExt cx="343153" cy="378511"/>
            </a:xfrm>
          </p:grpSpPr>
          <p:sp>
            <p:nvSpPr>
              <p:cNvPr id="1696" name="Google Shape;1696;p2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27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8" name="Google Shape;1698;p27"/>
            <p:cNvGrpSpPr/>
            <p:nvPr/>
          </p:nvGrpSpPr>
          <p:grpSpPr>
            <a:xfrm>
              <a:off x="625032" y="253446"/>
              <a:ext cx="69946" cy="699445"/>
              <a:chOff x="0" y="-47625"/>
              <a:chExt cx="31856" cy="318558"/>
            </a:xfrm>
          </p:grpSpPr>
          <p:sp>
            <p:nvSpPr>
              <p:cNvPr id="1699" name="Google Shape;1699;p27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27"/>
              <p:cNvSpPr txBox="1"/>
              <p:nvPr/>
            </p:nvSpPr>
            <p:spPr>
              <a:xfrm>
                <a:off x="0" y="-47625"/>
                <a:ext cx="31856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01" name="Google Shape;1701;p27"/>
            <p:cNvGrpSpPr/>
            <p:nvPr/>
          </p:nvGrpSpPr>
          <p:grpSpPr>
            <a:xfrm rot="5400000">
              <a:off x="676029" y="305730"/>
              <a:ext cx="72519" cy="699445"/>
              <a:chOff x="0" y="-47625"/>
              <a:chExt cx="33028" cy="318558"/>
            </a:xfrm>
          </p:grpSpPr>
          <p:sp>
            <p:nvSpPr>
              <p:cNvPr id="1702" name="Google Shape;1702;p27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27"/>
              <p:cNvSpPr txBox="1"/>
              <p:nvPr/>
            </p:nvSpPr>
            <p:spPr>
              <a:xfrm>
                <a:off x="0" y="-47625"/>
                <a:ext cx="33028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04" name="Google Shape;1704;p27"/>
          <p:cNvSpPr txBox="1"/>
          <p:nvPr/>
        </p:nvSpPr>
        <p:spPr>
          <a:xfrm>
            <a:off x="1028700" y="726150"/>
            <a:ext cx="8789897" cy="1904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 b="0" i="0" u="none" strike="noStrike" cap="none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THANK YOU!</a:t>
            </a:r>
            <a:endParaRPr/>
          </a:p>
        </p:txBody>
      </p:sp>
      <p:grpSp>
        <p:nvGrpSpPr>
          <p:cNvPr id="1705" name="Google Shape;1705;p27"/>
          <p:cNvGrpSpPr/>
          <p:nvPr/>
        </p:nvGrpSpPr>
        <p:grpSpPr>
          <a:xfrm rot="10800000">
            <a:off x="8571723" y="933313"/>
            <a:ext cx="5851054" cy="1309820"/>
            <a:chOff x="0" y="0"/>
            <a:chExt cx="7801405" cy="1746426"/>
          </a:xfrm>
        </p:grpSpPr>
        <p:grpSp>
          <p:nvGrpSpPr>
            <p:cNvPr id="1706" name="Google Shape;1706;p27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1707" name="Google Shape;1707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09" name="Google Shape;1709;p27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1710" name="Google Shape;1710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2" name="Google Shape;1712;p27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1713" name="Google Shape;1713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5" name="Google Shape;1715;p27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1716" name="Google Shape;1716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8" name="Google Shape;1718;p27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1719" name="Google Shape;1719;p2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27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1" name="Google Shape;1721;p27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1722" name="Google Shape;1722;p2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27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4" name="Google Shape;1724;p27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1725" name="Google Shape;1725;p27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27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7" name="Google Shape;1727;p27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1728" name="Google Shape;1728;p2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27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30" name="Google Shape;1730;p27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1731" name="Google Shape;1731;p2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27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33" name="Google Shape;1733;p27"/>
          <p:cNvGrpSpPr/>
          <p:nvPr/>
        </p:nvGrpSpPr>
        <p:grpSpPr>
          <a:xfrm rot="10800000">
            <a:off x="12023215" y="8251030"/>
            <a:ext cx="5851054" cy="1309820"/>
            <a:chOff x="0" y="0"/>
            <a:chExt cx="7801405" cy="1746426"/>
          </a:xfrm>
        </p:grpSpPr>
        <p:grpSp>
          <p:nvGrpSpPr>
            <p:cNvPr id="1734" name="Google Shape;1734;p27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1735" name="Google Shape;1735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37" name="Google Shape;1737;p27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1738" name="Google Shape;1738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0" name="Google Shape;1740;p27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1741" name="Google Shape;1741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3" name="Google Shape;1743;p27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1744" name="Google Shape;1744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6" name="Google Shape;1746;p27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1747" name="Google Shape;1747;p2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27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9" name="Google Shape;1749;p27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1750" name="Google Shape;1750;p2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27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2" name="Google Shape;1752;p27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1753" name="Google Shape;1753;p27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27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5" name="Google Shape;1755;p27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1756" name="Google Shape;1756;p2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27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8" name="Google Shape;1758;p27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1759" name="Google Shape;1759;p2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27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761" name="Google Shape;176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700" y="3023657"/>
            <a:ext cx="9824100" cy="6537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gramming Lesson Presentation">
  <a:themeElements>
    <a:clrScheme name="Office">
      <a:dk1>
        <a:srgbClr val="000000"/>
      </a:dk1>
      <a:lt1>
        <a:srgbClr val="FFFFFF"/>
      </a:lt1>
      <a:dk2>
        <a:srgbClr val="888888"/>
      </a:dk2>
      <a:lt2>
        <a:srgbClr val="A6A6A6"/>
      </a:lt2>
      <a:accent1>
        <a:srgbClr val="BBBBBB"/>
      </a:accent1>
      <a:accent2>
        <a:srgbClr val="E9E9E9"/>
      </a:accent2>
      <a:accent3>
        <a:srgbClr val="F6836B"/>
      </a:accent3>
      <a:accent4>
        <a:srgbClr val="ED7843"/>
      </a:accent4>
      <a:accent5>
        <a:srgbClr val="FFFEF8"/>
      </a:accent5>
      <a:accent6>
        <a:srgbClr val="5EC9CC"/>
      </a:accent6>
      <a:hlink>
        <a:srgbClr val="FF4F63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973</TotalTime>
  <Words>330</Words>
  <Application>Microsoft Office PowerPoint</Application>
  <PresentationFormat>Custom</PresentationFormat>
  <Paragraphs>30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Cascadia Code Light</vt:lpstr>
      <vt:lpstr>Calibri</vt:lpstr>
      <vt:lpstr>Anton</vt:lpstr>
      <vt:lpstr>Arial</vt:lpstr>
      <vt:lpstr>Programming Lesson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Windows User</cp:lastModifiedBy>
  <cp:revision>93</cp:revision>
  <dcterms:modified xsi:type="dcterms:W3CDTF">2025-11-13T20:47:04Z</dcterms:modified>
</cp:coreProperties>
</file>