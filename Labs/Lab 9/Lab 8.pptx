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7" r:id="rId1"/>
  </p:sldMasterIdLst>
  <p:notesMasterIdLst>
    <p:notesMasterId r:id="rId12"/>
  </p:notesMasterIdLst>
  <p:sldIdLst>
    <p:sldId id="256" r:id="rId2"/>
    <p:sldId id="260" r:id="rId3"/>
    <p:sldId id="293" r:id="rId4"/>
    <p:sldId id="286" r:id="rId5"/>
    <p:sldId id="294" r:id="rId6"/>
    <p:sldId id="295" r:id="rId7"/>
    <p:sldId id="296" r:id="rId8"/>
    <p:sldId id="297" r:id="rId9"/>
    <p:sldId id="298" r:id="rId10"/>
    <p:sldId id="272" r:id="rId11"/>
  </p:sldIdLst>
  <p:sldSz cx="18288000" cy="10287000"/>
  <p:notesSz cx="6858000" cy="9144000"/>
  <p:embeddedFontLst>
    <p:embeddedFont>
      <p:font typeface="Anton" panose="020B0604020202020204" charset="0"/>
      <p:regular r:id="rId13"/>
    </p:embeddedFont>
    <p:embeddedFont>
      <p:font typeface="Cascadia Code Light" panose="020B0609020000020004" pitchFamily="49" charset="0"/>
      <p:regular r:id="rId14"/>
    </p:embeddedFont>
    <p:embeddedFont>
      <p:font typeface="Calibri" panose="020F0502020204030204" pitchFamily="34"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5" d="100"/>
          <a:sy n="55" d="100"/>
        </p:scale>
        <p:origin x="62" y="91"/>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79450380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7" name="Google Shape;457;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9162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01723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04465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619039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6992764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911068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80724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9"/>
        <p:cNvGrpSpPr/>
        <p:nvPr/>
      </p:nvGrpSpPr>
      <p:grpSpPr>
        <a:xfrm>
          <a:off x="0" y="0"/>
          <a:ext cx="0" cy="0"/>
          <a:chOff x="0" y="0"/>
          <a:chExt cx="0" cy="0"/>
        </a:xfrm>
      </p:grpSpPr>
      <p:sp>
        <p:nvSpPr>
          <p:cNvPr id="760" name="Google Shape;760;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US" dirty="0"/>
          </a:p>
        </p:txBody>
      </p:sp>
      <p:sp>
        <p:nvSpPr>
          <p:cNvPr id="761" name="Google Shape;761;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570045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688" name="Google Shape;168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806636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4"/>
        <p:cNvGrpSpPr/>
        <p:nvPr/>
      </p:nvGrpSpPr>
      <p:grpSpPr>
        <a:xfrm>
          <a:off x="0" y="0"/>
          <a:ext cx="0" cy="0"/>
          <a:chOff x="0" y="0"/>
          <a:chExt cx="0" cy="0"/>
        </a:xfrm>
      </p:grpSpPr>
      <p:sp>
        <p:nvSpPr>
          <p:cNvPr id="55" name="Google Shape;55;p4"/>
          <p:cNvSpPr txBox="1">
            <a:spLocks noGrp="1"/>
          </p:cNvSpPr>
          <p:nvPr>
            <p:ph type="title"/>
          </p:nvPr>
        </p:nvSpPr>
        <p:spPr>
          <a:xfrm>
            <a:off x="655875" y="2637975"/>
            <a:ext cx="165000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
          <p:cNvSpPr txBox="1">
            <a:spLocks noGrp="1"/>
          </p:cNvSpPr>
          <p:nvPr>
            <p:ph type="body" idx="1"/>
          </p:nvPr>
        </p:nvSpPr>
        <p:spPr>
          <a:xfrm>
            <a:off x="1981225" y="5942025"/>
            <a:ext cx="6927300" cy="29850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grpSp>
        <p:nvGrpSpPr>
          <p:cNvPr id="57" name="Google Shape;57;p4"/>
          <p:cNvGrpSpPr/>
          <p:nvPr/>
        </p:nvGrpSpPr>
        <p:grpSpPr>
          <a:xfrm>
            <a:off x="11999778" y="8704662"/>
            <a:ext cx="5851052" cy="1310243"/>
            <a:chOff x="2" y="-564"/>
            <a:chExt cx="7801403" cy="1746991"/>
          </a:xfrm>
        </p:grpSpPr>
        <p:grpSp>
          <p:nvGrpSpPr>
            <p:cNvPr id="58" name="Google Shape;58;p4"/>
            <p:cNvGrpSpPr/>
            <p:nvPr/>
          </p:nvGrpSpPr>
          <p:grpSpPr>
            <a:xfrm rot="10800000">
              <a:off x="5628043" y="1225496"/>
              <a:ext cx="2173362" cy="520931"/>
              <a:chOff x="0" y="-47625"/>
              <a:chExt cx="429306" cy="102900"/>
            </a:xfrm>
          </p:grpSpPr>
          <p:sp>
            <p:nvSpPr>
              <p:cNvPr id="59" name="Google Shape;59;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1" name="Google Shape;61;p4"/>
            <p:cNvGrpSpPr/>
            <p:nvPr/>
          </p:nvGrpSpPr>
          <p:grpSpPr>
            <a:xfrm rot="10800000">
              <a:off x="3056329" y="1225496"/>
              <a:ext cx="2173362" cy="520931"/>
              <a:chOff x="0" y="-47625"/>
              <a:chExt cx="429306" cy="102900"/>
            </a:xfrm>
          </p:grpSpPr>
          <p:sp>
            <p:nvSpPr>
              <p:cNvPr id="62" name="Google Shape;62;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4" name="Google Shape;64;p4"/>
            <p:cNvGrpSpPr/>
            <p:nvPr/>
          </p:nvGrpSpPr>
          <p:grpSpPr>
            <a:xfrm rot="10800000">
              <a:off x="4282710" y="409333"/>
              <a:ext cx="2173362" cy="520931"/>
              <a:chOff x="0" y="-47625"/>
              <a:chExt cx="429306" cy="102900"/>
            </a:xfrm>
          </p:grpSpPr>
          <p:sp>
            <p:nvSpPr>
              <p:cNvPr id="65" name="Google Shape;65;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67" name="Google Shape;67;p4"/>
            <p:cNvGrpSpPr/>
            <p:nvPr/>
          </p:nvGrpSpPr>
          <p:grpSpPr>
            <a:xfrm rot="10800000">
              <a:off x="1969648" y="420756"/>
              <a:ext cx="2173362" cy="520931"/>
              <a:chOff x="0" y="-47625"/>
              <a:chExt cx="429306" cy="102900"/>
            </a:xfrm>
          </p:grpSpPr>
          <p:sp>
            <p:nvSpPr>
              <p:cNvPr id="68" name="Google Shape;68;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0" name="Google Shape;70;p4"/>
            <p:cNvGrpSpPr/>
            <p:nvPr/>
          </p:nvGrpSpPr>
          <p:grpSpPr>
            <a:xfrm rot="10800000">
              <a:off x="1295727" y="1225496"/>
              <a:ext cx="1191034" cy="520931"/>
              <a:chOff x="0" y="-47625"/>
              <a:chExt cx="235266" cy="102900"/>
            </a:xfrm>
          </p:grpSpPr>
          <p:sp>
            <p:nvSpPr>
              <p:cNvPr id="71" name="Google Shape;71;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3" name="Google Shape;73;p4"/>
            <p:cNvGrpSpPr/>
            <p:nvPr/>
          </p:nvGrpSpPr>
          <p:grpSpPr>
            <a:xfrm rot="10800000">
              <a:off x="2" y="420756"/>
              <a:ext cx="1191034" cy="520931"/>
              <a:chOff x="0" y="-47625"/>
              <a:chExt cx="235266" cy="102900"/>
            </a:xfrm>
          </p:grpSpPr>
          <p:sp>
            <p:nvSpPr>
              <p:cNvPr id="74" name="Google Shape;74;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 name="Google Shape;76;p4"/>
            <p:cNvGrpSpPr/>
            <p:nvPr/>
          </p:nvGrpSpPr>
          <p:grpSpPr>
            <a:xfrm rot="10800000">
              <a:off x="6598555" y="420693"/>
              <a:ext cx="1202850" cy="498150"/>
              <a:chOff x="0" y="-47625"/>
              <a:chExt cx="237600" cy="98400"/>
            </a:xfrm>
          </p:grpSpPr>
          <p:sp>
            <p:nvSpPr>
              <p:cNvPr id="77" name="Google Shape;77;p4"/>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4"/>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 name="Google Shape;79;p4"/>
            <p:cNvGrpSpPr/>
            <p:nvPr/>
          </p:nvGrpSpPr>
          <p:grpSpPr>
            <a:xfrm rot="10800000">
              <a:off x="3423956" y="819231"/>
              <a:ext cx="4377448" cy="520931"/>
              <a:chOff x="0" y="-47625"/>
              <a:chExt cx="864681" cy="102900"/>
            </a:xfrm>
          </p:grpSpPr>
          <p:sp>
            <p:nvSpPr>
              <p:cNvPr id="80" name="Google Shape;80;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2" name="Google Shape;82;p4"/>
            <p:cNvGrpSpPr/>
            <p:nvPr/>
          </p:nvGrpSpPr>
          <p:grpSpPr>
            <a:xfrm rot="10800000">
              <a:off x="3423956" y="-564"/>
              <a:ext cx="4377448" cy="520931"/>
              <a:chOff x="0" y="-47625"/>
              <a:chExt cx="864681" cy="102900"/>
            </a:xfrm>
          </p:grpSpPr>
          <p:sp>
            <p:nvSpPr>
              <p:cNvPr id="83" name="Google Shape;83;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85" name="Google Shape;85;p4"/>
          <p:cNvGrpSpPr/>
          <p:nvPr/>
        </p:nvGrpSpPr>
        <p:grpSpPr>
          <a:xfrm>
            <a:off x="503084" y="428766"/>
            <a:ext cx="5851052" cy="1310243"/>
            <a:chOff x="2" y="-564"/>
            <a:chExt cx="7801403" cy="1746991"/>
          </a:xfrm>
        </p:grpSpPr>
        <p:grpSp>
          <p:nvGrpSpPr>
            <p:cNvPr id="86" name="Google Shape;86;p4"/>
            <p:cNvGrpSpPr/>
            <p:nvPr/>
          </p:nvGrpSpPr>
          <p:grpSpPr>
            <a:xfrm rot="10800000">
              <a:off x="5628043" y="1225496"/>
              <a:ext cx="2173362" cy="520931"/>
              <a:chOff x="0" y="-47625"/>
              <a:chExt cx="429306" cy="102900"/>
            </a:xfrm>
          </p:grpSpPr>
          <p:sp>
            <p:nvSpPr>
              <p:cNvPr id="87" name="Google Shape;87;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9" name="Google Shape;89;p4"/>
            <p:cNvGrpSpPr/>
            <p:nvPr/>
          </p:nvGrpSpPr>
          <p:grpSpPr>
            <a:xfrm rot="10800000">
              <a:off x="3056329" y="1225496"/>
              <a:ext cx="2173362" cy="520931"/>
              <a:chOff x="0" y="-47625"/>
              <a:chExt cx="429306" cy="102900"/>
            </a:xfrm>
          </p:grpSpPr>
          <p:sp>
            <p:nvSpPr>
              <p:cNvPr id="90" name="Google Shape;90;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2" name="Google Shape;92;p4"/>
            <p:cNvGrpSpPr/>
            <p:nvPr/>
          </p:nvGrpSpPr>
          <p:grpSpPr>
            <a:xfrm rot="10800000">
              <a:off x="4282710" y="409333"/>
              <a:ext cx="2173362" cy="520931"/>
              <a:chOff x="0" y="-47625"/>
              <a:chExt cx="429306" cy="102900"/>
            </a:xfrm>
          </p:grpSpPr>
          <p:sp>
            <p:nvSpPr>
              <p:cNvPr id="93" name="Google Shape;93;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5" name="Google Shape;95;p4"/>
            <p:cNvGrpSpPr/>
            <p:nvPr/>
          </p:nvGrpSpPr>
          <p:grpSpPr>
            <a:xfrm rot="10800000">
              <a:off x="1969648" y="420756"/>
              <a:ext cx="2173362" cy="520931"/>
              <a:chOff x="0" y="-47625"/>
              <a:chExt cx="429306" cy="102900"/>
            </a:xfrm>
          </p:grpSpPr>
          <p:sp>
            <p:nvSpPr>
              <p:cNvPr id="96" name="Google Shape;96;p4"/>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4"/>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98" name="Google Shape;98;p4"/>
            <p:cNvGrpSpPr/>
            <p:nvPr/>
          </p:nvGrpSpPr>
          <p:grpSpPr>
            <a:xfrm rot="10800000">
              <a:off x="1295727" y="1225496"/>
              <a:ext cx="1191034" cy="520931"/>
              <a:chOff x="0" y="-47625"/>
              <a:chExt cx="235266" cy="102900"/>
            </a:xfrm>
          </p:grpSpPr>
          <p:sp>
            <p:nvSpPr>
              <p:cNvPr id="99" name="Google Shape;99;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1" name="Google Shape;101;p4"/>
            <p:cNvGrpSpPr/>
            <p:nvPr/>
          </p:nvGrpSpPr>
          <p:grpSpPr>
            <a:xfrm rot="10800000">
              <a:off x="2" y="420756"/>
              <a:ext cx="1191034" cy="520931"/>
              <a:chOff x="0" y="-47625"/>
              <a:chExt cx="235266" cy="102900"/>
            </a:xfrm>
          </p:grpSpPr>
          <p:sp>
            <p:nvSpPr>
              <p:cNvPr id="102" name="Google Shape;102;p4"/>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4"/>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4" name="Google Shape;104;p4"/>
            <p:cNvGrpSpPr/>
            <p:nvPr/>
          </p:nvGrpSpPr>
          <p:grpSpPr>
            <a:xfrm rot="10800000">
              <a:off x="6598555" y="420693"/>
              <a:ext cx="1202850" cy="498150"/>
              <a:chOff x="0" y="-47625"/>
              <a:chExt cx="237600" cy="98400"/>
            </a:xfrm>
          </p:grpSpPr>
          <p:sp>
            <p:nvSpPr>
              <p:cNvPr id="105" name="Google Shape;105;p4"/>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4"/>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07" name="Google Shape;107;p4"/>
            <p:cNvGrpSpPr/>
            <p:nvPr/>
          </p:nvGrpSpPr>
          <p:grpSpPr>
            <a:xfrm rot="10800000">
              <a:off x="3423956" y="819231"/>
              <a:ext cx="4377448" cy="520931"/>
              <a:chOff x="0" y="-47625"/>
              <a:chExt cx="864681" cy="102900"/>
            </a:xfrm>
          </p:grpSpPr>
          <p:sp>
            <p:nvSpPr>
              <p:cNvPr id="108" name="Google Shape;108;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0" name="Google Shape;110;p4"/>
            <p:cNvGrpSpPr/>
            <p:nvPr/>
          </p:nvGrpSpPr>
          <p:grpSpPr>
            <a:xfrm rot="10800000">
              <a:off x="3423956" y="-564"/>
              <a:ext cx="4377448" cy="520931"/>
              <a:chOff x="0" y="-47625"/>
              <a:chExt cx="864681" cy="102900"/>
            </a:xfrm>
          </p:grpSpPr>
          <p:sp>
            <p:nvSpPr>
              <p:cNvPr id="111" name="Google Shape;111;p4"/>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4"/>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13" name="Google Shape;113;p4"/>
          <p:cNvGrpSpPr/>
          <p:nvPr/>
        </p:nvGrpSpPr>
        <p:grpSpPr>
          <a:xfrm rot="2821244">
            <a:off x="16959832" y="165852"/>
            <a:ext cx="1057608" cy="1194515"/>
            <a:chOff x="-95789" y="-89371"/>
            <a:chExt cx="1410145" cy="1592687"/>
          </a:xfrm>
        </p:grpSpPr>
        <p:grpSp>
          <p:nvGrpSpPr>
            <p:cNvPr id="114" name="Google Shape;114;p4"/>
            <p:cNvGrpSpPr/>
            <p:nvPr/>
          </p:nvGrpSpPr>
          <p:grpSpPr>
            <a:xfrm rot="-2821068">
              <a:off x="134816" y="282908"/>
              <a:ext cx="943563" cy="1040889"/>
              <a:chOff x="0" y="-47625"/>
              <a:chExt cx="343200" cy="378600"/>
            </a:xfrm>
          </p:grpSpPr>
          <p:sp>
            <p:nvSpPr>
              <p:cNvPr id="115" name="Google Shape;115;p4"/>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4"/>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17" name="Google Shape;117;p4"/>
            <p:cNvGrpSpPr/>
            <p:nvPr/>
          </p:nvGrpSpPr>
          <p:grpSpPr>
            <a:xfrm rot="-2821068">
              <a:off x="140189" y="90147"/>
              <a:ext cx="943563" cy="1040889"/>
              <a:chOff x="0" y="-47625"/>
              <a:chExt cx="343200" cy="378600"/>
            </a:xfrm>
          </p:grpSpPr>
          <p:sp>
            <p:nvSpPr>
              <p:cNvPr id="118" name="Google Shape;118;p4"/>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4"/>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0" name="Google Shape;120;p4"/>
            <p:cNvGrpSpPr/>
            <p:nvPr/>
          </p:nvGrpSpPr>
          <p:grpSpPr>
            <a:xfrm>
              <a:off x="625032" y="253444"/>
              <a:ext cx="69946" cy="699550"/>
              <a:chOff x="0" y="-47625"/>
              <a:chExt cx="31856" cy="318600"/>
            </a:xfrm>
          </p:grpSpPr>
          <p:sp>
            <p:nvSpPr>
              <p:cNvPr id="121" name="Google Shape;121;p4"/>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23" name="Google Shape;123;p4"/>
            <p:cNvGrpSpPr/>
            <p:nvPr/>
          </p:nvGrpSpPr>
          <p:grpSpPr>
            <a:xfrm rot="5400000">
              <a:off x="675978" y="305678"/>
              <a:ext cx="72520" cy="699550"/>
              <a:chOff x="0" y="-47625"/>
              <a:chExt cx="33028" cy="318600"/>
            </a:xfrm>
          </p:grpSpPr>
          <p:sp>
            <p:nvSpPr>
              <p:cNvPr id="124" name="Google Shape;124;p4"/>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4"/>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6"/>
        <p:cNvGrpSpPr/>
        <p:nvPr/>
      </p:nvGrpSpPr>
      <p:grpSpPr>
        <a:xfrm>
          <a:off x="0" y="0"/>
          <a:ext cx="0" cy="0"/>
          <a:chOff x="0" y="0"/>
          <a:chExt cx="0" cy="0"/>
        </a:xfrm>
      </p:grpSpPr>
      <p:sp>
        <p:nvSpPr>
          <p:cNvPr id="127" name="Google Shape;127;p5"/>
          <p:cNvSpPr txBox="1">
            <a:spLocks noGrp="1"/>
          </p:cNvSpPr>
          <p:nvPr>
            <p:ph type="title"/>
          </p:nvPr>
        </p:nvSpPr>
        <p:spPr>
          <a:xfrm>
            <a:off x="740850" y="1382675"/>
            <a:ext cx="16806300" cy="1362000"/>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12500"/>
              <a:buNone/>
              <a:defRPr cap="none"/>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128" name="Google Shape;128;p5"/>
          <p:cNvSpPr txBox="1">
            <a:spLocks noGrp="1"/>
          </p:cNvSpPr>
          <p:nvPr>
            <p:ph type="body" idx="1"/>
          </p:nvPr>
        </p:nvSpPr>
        <p:spPr>
          <a:xfrm>
            <a:off x="2579688" y="6597663"/>
            <a:ext cx="7772400" cy="1500300"/>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SzPts val="1500"/>
              <a:buNone/>
              <a:defRPr/>
            </a:lvl1pPr>
            <a:lvl2pPr marL="914400" lvl="1" indent="-228600" algn="l">
              <a:spcBef>
                <a:spcPts val="360"/>
              </a:spcBef>
              <a:spcAft>
                <a:spcPts val="0"/>
              </a:spcAft>
              <a:buSzPts val="1500"/>
              <a:buNone/>
              <a:defRPr/>
            </a:lvl2pPr>
            <a:lvl3pPr marL="1371600" lvl="2" indent="-228600" algn="l">
              <a:spcBef>
                <a:spcPts val="320"/>
              </a:spcBef>
              <a:spcAft>
                <a:spcPts val="0"/>
              </a:spcAft>
              <a:buSzPts val="1500"/>
              <a:buNone/>
              <a:defRPr/>
            </a:lvl3pPr>
            <a:lvl4pPr marL="1828800" lvl="3" indent="-228600" algn="l">
              <a:spcBef>
                <a:spcPts val="280"/>
              </a:spcBef>
              <a:spcAft>
                <a:spcPts val="0"/>
              </a:spcAft>
              <a:buSzPts val="1500"/>
              <a:buNone/>
              <a:defRPr/>
            </a:lvl4pPr>
            <a:lvl5pPr marL="2286000" lvl="4" indent="-228600" algn="l">
              <a:spcBef>
                <a:spcPts val="280"/>
              </a:spcBef>
              <a:spcAft>
                <a:spcPts val="0"/>
              </a:spcAft>
              <a:buSzPts val="1500"/>
              <a:buNone/>
              <a:defRPr/>
            </a:lvl5pPr>
            <a:lvl6pPr marL="2743200" lvl="5" indent="-228600" algn="l">
              <a:spcBef>
                <a:spcPts val="280"/>
              </a:spcBef>
              <a:spcAft>
                <a:spcPts val="0"/>
              </a:spcAft>
              <a:buSzPts val="1500"/>
              <a:buNone/>
              <a:defRPr/>
            </a:lvl6pPr>
            <a:lvl7pPr marL="3200400" lvl="6" indent="-228600" algn="l">
              <a:spcBef>
                <a:spcPts val="280"/>
              </a:spcBef>
              <a:spcAft>
                <a:spcPts val="0"/>
              </a:spcAft>
              <a:buSzPts val="1500"/>
              <a:buNone/>
              <a:defRPr/>
            </a:lvl7pPr>
            <a:lvl8pPr marL="3657600" lvl="7" indent="-228600" algn="l">
              <a:spcBef>
                <a:spcPts val="280"/>
              </a:spcBef>
              <a:spcAft>
                <a:spcPts val="0"/>
              </a:spcAft>
              <a:buSzPts val="1500"/>
              <a:buNone/>
              <a:defRPr/>
            </a:lvl8pPr>
            <a:lvl9pPr marL="4114800" lvl="8" indent="-228600" algn="l">
              <a:spcBef>
                <a:spcPts val="280"/>
              </a:spcBef>
              <a:spcAft>
                <a:spcPts val="0"/>
              </a:spcAft>
              <a:buSzPts val="1500"/>
              <a:buNone/>
              <a:defRPr/>
            </a:lvl9pPr>
          </a:lstStyle>
          <a:p>
            <a:endParaRPr/>
          </a:p>
        </p:txBody>
      </p:sp>
      <p:grpSp>
        <p:nvGrpSpPr>
          <p:cNvPr id="129" name="Google Shape;129;p5"/>
          <p:cNvGrpSpPr/>
          <p:nvPr/>
        </p:nvGrpSpPr>
        <p:grpSpPr>
          <a:xfrm rot="2821244">
            <a:off x="16959832" y="165852"/>
            <a:ext cx="1057608" cy="1194515"/>
            <a:chOff x="-95789" y="-89371"/>
            <a:chExt cx="1410145" cy="1592687"/>
          </a:xfrm>
        </p:grpSpPr>
        <p:grpSp>
          <p:nvGrpSpPr>
            <p:cNvPr id="130" name="Google Shape;130;p5"/>
            <p:cNvGrpSpPr/>
            <p:nvPr/>
          </p:nvGrpSpPr>
          <p:grpSpPr>
            <a:xfrm rot="-2821068">
              <a:off x="134816" y="282908"/>
              <a:ext cx="943563" cy="1040889"/>
              <a:chOff x="0" y="-47625"/>
              <a:chExt cx="343200" cy="378600"/>
            </a:xfrm>
          </p:grpSpPr>
          <p:sp>
            <p:nvSpPr>
              <p:cNvPr id="131" name="Google Shape;131;p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5"/>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3" name="Google Shape;133;p5"/>
            <p:cNvGrpSpPr/>
            <p:nvPr/>
          </p:nvGrpSpPr>
          <p:grpSpPr>
            <a:xfrm rot="-2821068">
              <a:off x="140189" y="90147"/>
              <a:ext cx="943563" cy="1040889"/>
              <a:chOff x="0" y="-47625"/>
              <a:chExt cx="343200" cy="378600"/>
            </a:xfrm>
          </p:grpSpPr>
          <p:sp>
            <p:nvSpPr>
              <p:cNvPr id="134" name="Google Shape;134;p5"/>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5"/>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6" name="Google Shape;136;p5"/>
            <p:cNvGrpSpPr/>
            <p:nvPr/>
          </p:nvGrpSpPr>
          <p:grpSpPr>
            <a:xfrm>
              <a:off x="625032" y="253444"/>
              <a:ext cx="69946" cy="699550"/>
              <a:chOff x="0" y="-47625"/>
              <a:chExt cx="31856" cy="318600"/>
            </a:xfrm>
          </p:grpSpPr>
          <p:sp>
            <p:nvSpPr>
              <p:cNvPr id="137" name="Google Shape;137;p5"/>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5"/>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39" name="Google Shape;139;p5"/>
            <p:cNvGrpSpPr/>
            <p:nvPr/>
          </p:nvGrpSpPr>
          <p:grpSpPr>
            <a:xfrm rot="5400000">
              <a:off x="675978" y="305678"/>
              <a:ext cx="72520" cy="699550"/>
              <a:chOff x="0" y="-47625"/>
              <a:chExt cx="33028" cy="318600"/>
            </a:xfrm>
          </p:grpSpPr>
          <p:sp>
            <p:nvSpPr>
              <p:cNvPr id="140" name="Google Shape;140;p5"/>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5"/>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42" name="Google Shape;142;p5"/>
          <p:cNvSpPr/>
          <p:nvPr/>
        </p:nvSpPr>
        <p:spPr>
          <a:xfrm>
            <a:off x="16422857" y="6279622"/>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143" name="Google Shape;143;p5"/>
          <p:cNvGrpSpPr/>
          <p:nvPr/>
        </p:nvGrpSpPr>
        <p:grpSpPr>
          <a:xfrm>
            <a:off x="11999778" y="8704662"/>
            <a:ext cx="5851052" cy="1310243"/>
            <a:chOff x="2" y="-564"/>
            <a:chExt cx="7801403" cy="1746991"/>
          </a:xfrm>
        </p:grpSpPr>
        <p:grpSp>
          <p:nvGrpSpPr>
            <p:cNvPr id="144" name="Google Shape;144;p5"/>
            <p:cNvGrpSpPr/>
            <p:nvPr/>
          </p:nvGrpSpPr>
          <p:grpSpPr>
            <a:xfrm rot="10800000">
              <a:off x="5628043" y="1225496"/>
              <a:ext cx="2173362" cy="520931"/>
              <a:chOff x="0" y="-47625"/>
              <a:chExt cx="429306" cy="102900"/>
            </a:xfrm>
          </p:grpSpPr>
          <p:sp>
            <p:nvSpPr>
              <p:cNvPr id="145" name="Google Shape;145;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47" name="Google Shape;147;p5"/>
            <p:cNvGrpSpPr/>
            <p:nvPr/>
          </p:nvGrpSpPr>
          <p:grpSpPr>
            <a:xfrm rot="10800000">
              <a:off x="3056329" y="1225496"/>
              <a:ext cx="2173362" cy="520931"/>
              <a:chOff x="0" y="-47625"/>
              <a:chExt cx="429306" cy="102900"/>
            </a:xfrm>
          </p:grpSpPr>
          <p:sp>
            <p:nvSpPr>
              <p:cNvPr id="148" name="Google Shape;148;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 name="Google Shape;149;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0" name="Google Shape;150;p5"/>
            <p:cNvGrpSpPr/>
            <p:nvPr/>
          </p:nvGrpSpPr>
          <p:grpSpPr>
            <a:xfrm rot="10800000">
              <a:off x="4282710" y="409333"/>
              <a:ext cx="2173362" cy="520931"/>
              <a:chOff x="0" y="-47625"/>
              <a:chExt cx="429306" cy="102900"/>
            </a:xfrm>
          </p:grpSpPr>
          <p:sp>
            <p:nvSpPr>
              <p:cNvPr id="151" name="Google Shape;151;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3" name="Google Shape;153;p5"/>
            <p:cNvGrpSpPr/>
            <p:nvPr/>
          </p:nvGrpSpPr>
          <p:grpSpPr>
            <a:xfrm rot="10800000">
              <a:off x="1969648" y="420756"/>
              <a:ext cx="2173362" cy="520931"/>
              <a:chOff x="0" y="-47625"/>
              <a:chExt cx="429306" cy="102900"/>
            </a:xfrm>
          </p:grpSpPr>
          <p:sp>
            <p:nvSpPr>
              <p:cNvPr id="154" name="Google Shape;154;p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5"/>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6" name="Google Shape;156;p5"/>
            <p:cNvGrpSpPr/>
            <p:nvPr/>
          </p:nvGrpSpPr>
          <p:grpSpPr>
            <a:xfrm rot="10800000">
              <a:off x="1295727" y="1225496"/>
              <a:ext cx="1191034" cy="520931"/>
              <a:chOff x="0" y="-47625"/>
              <a:chExt cx="235266" cy="102900"/>
            </a:xfrm>
          </p:grpSpPr>
          <p:sp>
            <p:nvSpPr>
              <p:cNvPr id="157" name="Google Shape;157;p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 name="Google Shape;158;p5"/>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59" name="Google Shape;159;p5"/>
            <p:cNvGrpSpPr/>
            <p:nvPr/>
          </p:nvGrpSpPr>
          <p:grpSpPr>
            <a:xfrm rot="10800000">
              <a:off x="2" y="420756"/>
              <a:ext cx="1191034" cy="520931"/>
              <a:chOff x="0" y="-47625"/>
              <a:chExt cx="235266" cy="102900"/>
            </a:xfrm>
          </p:grpSpPr>
          <p:sp>
            <p:nvSpPr>
              <p:cNvPr id="160" name="Google Shape;160;p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 name="Google Shape;161;p5"/>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2" name="Google Shape;162;p5"/>
            <p:cNvGrpSpPr/>
            <p:nvPr/>
          </p:nvGrpSpPr>
          <p:grpSpPr>
            <a:xfrm rot="10800000">
              <a:off x="6598555" y="420693"/>
              <a:ext cx="1202850" cy="498150"/>
              <a:chOff x="0" y="-47625"/>
              <a:chExt cx="237600" cy="98400"/>
            </a:xfrm>
          </p:grpSpPr>
          <p:sp>
            <p:nvSpPr>
              <p:cNvPr id="163" name="Google Shape;163;p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5"/>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5" name="Google Shape;165;p5"/>
            <p:cNvGrpSpPr/>
            <p:nvPr/>
          </p:nvGrpSpPr>
          <p:grpSpPr>
            <a:xfrm rot="10800000">
              <a:off x="3423956" y="819231"/>
              <a:ext cx="4377448" cy="520931"/>
              <a:chOff x="0" y="-47625"/>
              <a:chExt cx="864681" cy="102900"/>
            </a:xfrm>
          </p:grpSpPr>
          <p:sp>
            <p:nvSpPr>
              <p:cNvPr id="166" name="Google Shape;166;p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5"/>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8" name="Google Shape;168;p5"/>
            <p:cNvGrpSpPr/>
            <p:nvPr/>
          </p:nvGrpSpPr>
          <p:grpSpPr>
            <a:xfrm rot="10800000">
              <a:off x="3423956" y="-564"/>
              <a:ext cx="4377448" cy="520931"/>
              <a:chOff x="0" y="-47625"/>
              <a:chExt cx="864681" cy="102900"/>
            </a:xfrm>
          </p:grpSpPr>
          <p:sp>
            <p:nvSpPr>
              <p:cNvPr id="169" name="Google Shape;169;p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5"/>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71"/>
        <p:cNvGrpSpPr/>
        <p:nvPr/>
      </p:nvGrpSpPr>
      <p:grpSpPr>
        <a:xfrm>
          <a:off x="0" y="0"/>
          <a:ext cx="0" cy="0"/>
          <a:chOff x="0" y="0"/>
          <a:chExt cx="0" cy="0"/>
        </a:xfrm>
      </p:grpSpPr>
      <p:sp>
        <p:nvSpPr>
          <p:cNvPr id="172" name="Google Shape;172;p6"/>
          <p:cNvSpPr txBox="1">
            <a:spLocks noGrp="1"/>
          </p:cNvSpPr>
          <p:nvPr>
            <p:ph type="title"/>
          </p:nvPr>
        </p:nvSpPr>
        <p:spPr>
          <a:xfrm>
            <a:off x="671525" y="2586675"/>
            <a:ext cx="16595100" cy="13335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p6"/>
          <p:cNvSpPr txBox="1">
            <a:spLocks noGrp="1"/>
          </p:cNvSpPr>
          <p:nvPr>
            <p:ph type="body" idx="1"/>
          </p:nvPr>
        </p:nvSpPr>
        <p:spPr>
          <a:xfrm>
            <a:off x="3219425" y="5529250"/>
            <a:ext cx="5643300" cy="2979900"/>
          </a:xfrm>
          <a:prstGeom prst="rect">
            <a:avLst/>
          </a:prstGeom>
          <a:noFill/>
          <a:ln>
            <a:noFill/>
          </a:ln>
        </p:spPr>
        <p:txBody>
          <a:bodyPr spcFirstLastPara="1" wrap="square" lIns="91425" tIns="45700" rIns="91425" bIns="45700" anchor="t" anchorCtr="0">
            <a:normAutofit/>
          </a:bodyPr>
          <a:lstStyle>
            <a:lvl1pPr marL="457200" lvl="0" indent="-323850" algn="l">
              <a:spcBef>
                <a:spcPts val="560"/>
              </a:spcBef>
              <a:spcAft>
                <a:spcPts val="0"/>
              </a:spcAft>
              <a:buClr>
                <a:schemeClr val="dk1"/>
              </a:buClr>
              <a:buSzPts val="1500"/>
              <a:buChar char="•"/>
              <a:defRPr/>
            </a:lvl1pPr>
            <a:lvl2pPr marL="914400" lvl="1" indent="-323850" algn="l">
              <a:spcBef>
                <a:spcPts val="480"/>
              </a:spcBef>
              <a:spcAft>
                <a:spcPts val="0"/>
              </a:spcAft>
              <a:buClr>
                <a:schemeClr val="dk1"/>
              </a:buClr>
              <a:buSzPts val="1500"/>
              <a:buChar char="–"/>
              <a:defRPr/>
            </a:lvl2pPr>
            <a:lvl3pPr marL="1371600" lvl="2" indent="-323850" algn="l">
              <a:spcBef>
                <a:spcPts val="400"/>
              </a:spcBef>
              <a:spcAft>
                <a:spcPts val="0"/>
              </a:spcAft>
              <a:buClr>
                <a:schemeClr val="dk1"/>
              </a:buClr>
              <a:buSzPts val="1500"/>
              <a:buChar char="•"/>
              <a:defRPr/>
            </a:lvl3pPr>
            <a:lvl4pPr marL="1828800" lvl="3" indent="-323850" algn="l">
              <a:spcBef>
                <a:spcPts val="360"/>
              </a:spcBef>
              <a:spcAft>
                <a:spcPts val="0"/>
              </a:spcAft>
              <a:buClr>
                <a:schemeClr val="dk1"/>
              </a:buClr>
              <a:buSzPts val="1500"/>
              <a:buChar char="–"/>
              <a:defRPr/>
            </a:lvl4pPr>
            <a:lvl5pPr marL="2286000" lvl="4" indent="-323850" algn="l">
              <a:spcBef>
                <a:spcPts val="360"/>
              </a:spcBef>
              <a:spcAft>
                <a:spcPts val="0"/>
              </a:spcAft>
              <a:buClr>
                <a:schemeClr val="dk1"/>
              </a:buClr>
              <a:buSzPts val="1500"/>
              <a:buChar char="»"/>
              <a:defRPr/>
            </a:lvl5pPr>
            <a:lvl6pPr marL="2743200" lvl="5" indent="-323850" algn="l">
              <a:spcBef>
                <a:spcPts val="360"/>
              </a:spcBef>
              <a:spcAft>
                <a:spcPts val="0"/>
              </a:spcAft>
              <a:buClr>
                <a:schemeClr val="dk1"/>
              </a:buClr>
              <a:buSzPts val="1500"/>
              <a:buChar char="•"/>
              <a:defRPr/>
            </a:lvl6pPr>
            <a:lvl7pPr marL="3200400" lvl="6" indent="-323850" algn="l">
              <a:spcBef>
                <a:spcPts val="360"/>
              </a:spcBef>
              <a:spcAft>
                <a:spcPts val="0"/>
              </a:spcAft>
              <a:buClr>
                <a:schemeClr val="dk1"/>
              </a:buClr>
              <a:buSzPts val="1500"/>
              <a:buChar char="•"/>
              <a:defRPr/>
            </a:lvl7pPr>
            <a:lvl8pPr marL="3657600" lvl="7" indent="-323850" algn="l">
              <a:spcBef>
                <a:spcPts val="360"/>
              </a:spcBef>
              <a:spcAft>
                <a:spcPts val="0"/>
              </a:spcAft>
              <a:buClr>
                <a:schemeClr val="dk1"/>
              </a:buClr>
              <a:buSzPts val="1500"/>
              <a:buChar char="•"/>
              <a:defRPr/>
            </a:lvl8pPr>
            <a:lvl9pPr marL="4114800" lvl="8" indent="-323850" algn="l">
              <a:spcBef>
                <a:spcPts val="360"/>
              </a:spcBef>
              <a:spcAft>
                <a:spcPts val="0"/>
              </a:spcAft>
              <a:buClr>
                <a:schemeClr val="dk1"/>
              </a:buClr>
              <a:buSzPts val="1500"/>
              <a:buChar char="•"/>
              <a:defRPr/>
            </a:lvl9pPr>
          </a:lstStyle>
          <a:p>
            <a:endParaRPr/>
          </a:p>
        </p:txBody>
      </p:sp>
      <p:sp>
        <p:nvSpPr>
          <p:cNvPr id="174" name="Google Shape;174;p6"/>
          <p:cNvSpPr txBox="1">
            <a:spLocks noGrp="1"/>
          </p:cNvSpPr>
          <p:nvPr>
            <p:ph type="body" idx="2"/>
          </p:nvPr>
        </p:nvSpPr>
        <p:spPr>
          <a:xfrm>
            <a:off x="9075569" y="5529250"/>
            <a:ext cx="5643300" cy="2979900"/>
          </a:xfrm>
          <a:prstGeom prst="rect">
            <a:avLst/>
          </a:prstGeom>
          <a:noFill/>
          <a:ln>
            <a:noFill/>
          </a:ln>
        </p:spPr>
        <p:txBody>
          <a:bodyPr spcFirstLastPara="1" wrap="square" lIns="91425" tIns="45700" rIns="91425" bIns="45700" anchor="t" anchorCtr="0">
            <a:normAutofit/>
          </a:bodyPr>
          <a:lstStyle>
            <a:lvl1pPr marL="457200" lvl="0" indent="-323850" algn="l">
              <a:spcBef>
                <a:spcPts val="560"/>
              </a:spcBef>
              <a:spcAft>
                <a:spcPts val="0"/>
              </a:spcAft>
              <a:buClr>
                <a:schemeClr val="dk1"/>
              </a:buClr>
              <a:buSzPts val="1500"/>
              <a:buChar char="•"/>
              <a:defRPr/>
            </a:lvl1pPr>
            <a:lvl2pPr marL="914400" lvl="1" indent="-323850" algn="l">
              <a:spcBef>
                <a:spcPts val="480"/>
              </a:spcBef>
              <a:spcAft>
                <a:spcPts val="0"/>
              </a:spcAft>
              <a:buClr>
                <a:schemeClr val="dk1"/>
              </a:buClr>
              <a:buSzPts val="1500"/>
              <a:buChar char="–"/>
              <a:defRPr/>
            </a:lvl2pPr>
            <a:lvl3pPr marL="1371600" lvl="2" indent="-323850" algn="l">
              <a:spcBef>
                <a:spcPts val="400"/>
              </a:spcBef>
              <a:spcAft>
                <a:spcPts val="0"/>
              </a:spcAft>
              <a:buClr>
                <a:schemeClr val="dk1"/>
              </a:buClr>
              <a:buSzPts val="1500"/>
              <a:buChar char="•"/>
              <a:defRPr/>
            </a:lvl3pPr>
            <a:lvl4pPr marL="1828800" lvl="3" indent="-323850" algn="l">
              <a:spcBef>
                <a:spcPts val="360"/>
              </a:spcBef>
              <a:spcAft>
                <a:spcPts val="0"/>
              </a:spcAft>
              <a:buClr>
                <a:schemeClr val="dk1"/>
              </a:buClr>
              <a:buSzPts val="1500"/>
              <a:buChar char="–"/>
              <a:defRPr/>
            </a:lvl4pPr>
            <a:lvl5pPr marL="2286000" lvl="4" indent="-323850" algn="l">
              <a:spcBef>
                <a:spcPts val="360"/>
              </a:spcBef>
              <a:spcAft>
                <a:spcPts val="0"/>
              </a:spcAft>
              <a:buClr>
                <a:schemeClr val="dk1"/>
              </a:buClr>
              <a:buSzPts val="1500"/>
              <a:buChar char="»"/>
              <a:defRPr/>
            </a:lvl5pPr>
            <a:lvl6pPr marL="2743200" lvl="5" indent="-323850" algn="l">
              <a:spcBef>
                <a:spcPts val="360"/>
              </a:spcBef>
              <a:spcAft>
                <a:spcPts val="0"/>
              </a:spcAft>
              <a:buClr>
                <a:schemeClr val="dk1"/>
              </a:buClr>
              <a:buSzPts val="1500"/>
              <a:buChar char="•"/>
              <a:defRPr/>
            </a:lvl6pPr>
            <a:lvl7pPr marL="3200400" lvl="6" indent="-323850" algn="l">
              <a:spcBef>
                <a:spcPts val="360"/>
              </a:spcBef>
              <a:spcAft>
                <a:spcPts val="0"/>
              </a:spcAft>
              <a:buClr>
                <a:schemeClr val="dk1"/>
              </a:buClr>
              <a:buSzPts val="1500"/>
              <a:buChar char="•"/>
              <a:defRPr/>
            </a:lvl7pPr>
            <a:lvl8pPr marL="3657600" lvl="7" indent="-323850" algn="l">
              <a:spcBef>
                <a:spcPts val="360"/>
              </a:spcBef>
              <a:spcAft>
                <a:spcPts val="0"/>
              </a:spcAft>
              <a:buClr>
                <a:schemeClr val="dk1"/>
              </a:buClr>
              <a:buSzPts val="1500"/>
              <a:buChar char="•"/>
              <a:defRPr/>
            </a:lvl8pPr>
            <a:lvl9pPr marL="4114800" lvl="8" indent="-323850" algn="l">
              <a:spcBef>
                <a:spcPts val="360"/>
              </a:spcBef>
              <a:spcAft>
                <a:spcPts val="0"/>
              </a:spcAft>
              <a:buClr>
                <a:schemeClr val="dk1"/>
              </a:buClr>
              <a:buSzPts val="1500"/>
              <a:buChar char="•"/>
              <a:defRPr/>
            </a:lvl9pPr>
          </a:lstStyle>
          <a:p>
            <a:endParaRPr/>
          </a:p>
        </p:txBody>
      </p:sp>
      <p:grpSp>
        <p:nvGrpSpPr>
          <p:cNvPr id="175" name="Google Shape;175;p6"/>
          <p:cNvGrpSpPr/>
          <p:nvPr/>
        </p:nvGrpSpPr>
        <p:grpSpPr>
          <a:xfrm>
            <a:off x="417483" y="242355"/>
            <a:ext cx="5851052" cy="1310243"/>
            <a:chOff x="0" y="-241102"/>
            <a:chExt cx="7801402" cy="1746991"/>
          </a:xfrm>
        </p:grpSpPr>
        <p:grpSp>
          <p:nvGrpSpPr>
            <p:cNvPr id="176" name="Google Shape;176;p6"/>
            <p:cNvGrpSpPr/>
            <p:nvPr/>
          </p:nvGrpSpPr>
          <p:grpSpPr>
            <a:xfrm>
              <a:off x="0" y="-241102"/>
              <a:ext cx="2173362" cy="520931"/>
              <a:chOff x="0" y="-47625"/>
              <a:chExt cx="429306" cy="102900"/>
            </a:xfrm>
          </p:grpSpPr>
          <p:sp>
            <p:nvSpPr>
              <p:cNvPr id="177" name="Google Shape;177;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9" name="Google Shape;179;p6"/>
            <p:cNvGrpSpPr/>
            <p:nvPr/>
          </p:nvGrpSpPr>
          <p:grpSpPr>
            <a:xfrm>
              <a:off x="2571714" y="-241102"/>
              <a:ext cx="2173362" cy="520931"/>
              <a:chOff x="0" y="-47625"/>
              <a:chExt cx="429306" cy="102900"/>
            </a:xfrm>
          </p:grpSpPr>
          <p:sp>
            <p:nvSpPr>
              <p:cNvPr id="180" name="Google Shape;180;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2" name="Google Shape;182;p6"/>
            <p:cNvGrpSpPr/>
            <p:nvPr/>
          </p:nvGrpSpPr>
          <p:grpSpPr>
            <a:xfrm>
              <a:off x="1345333" y="575061"/>
              <a:ext cx="2173362" cy="520931"/>
              <a:chOff x="0" y="-47625"/>
              <a:chExt cx="429306" cy="102900"/>
            </a:xfrm>
          </p:grpSpPr>
          <p:sp>
            <p:nvSpPr>
              <p:cNvPr id="183" name="Google Shape;183;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5" name="Google Shape;185;p6"/>
            <p:cNvGrpSpPr/>
            <p:nvPr/>
          </p:nvGrpSpPr>
          <p:grpSpPr>
            <a:xfrm>
              <a:off x="3658396" y="563639"/>
              <a:ext cx="2173362" cy="520931"/>
              <a:chOff x="0" y="-47625"/>
              <a:chExt cx="429306" cy="102900"/>
            </a:xfrm>
          </p:grpSpPr>
          <p:sp>
            <p:nvSpPr>
              <p:cNvPr id="186" name="Google Shape;186;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88" name="Google Shape;188;p6"/>
            <p:cNvGrpSpPr/>
            <p:nvPr/>
          </p:nvGrpSpPr>
          <p:grpSpPr>
            <a:xfrm>
              <a:off x="5314643" y="-241102"/>
              <a:ext cx="1191034" cy="520931"/>
              <a:chOff x="0" y="-47625"/>
              <a:chExt cx="235266" cy="102900"/>
            </a:xfrm>
          </p:grpSpPr>
          <p:sp>
            <p:nvSpPr>
              <p:cNvPr id="189" name="Google Shape;189;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1" name="Google Shape;191;p6"/>
            <p:cNvGrpSpPr/>
            <p:nvPr/>
          </p:nvGrpSpPr>
          <p:grpSpPr>
            <a:xfrm>
              <a:off x="6610368" y="563639"/>
              <a:ext cx="1191034" cy="520931"/>
              <a:chOff x="0" y="-47625"/>
              <a:chExt cx="235266" cy="102900"/>
            </a:xfrm>
          </p:grpSpPr>
          <p:sp>
            <p:nvSpPr>
              <p:cNvPr id="192" name="Google Shape;192;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 name="Google Shape;193;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4" name="Google Shape;194;p6"/>
            <p:cNvGrpSpPr/>
            <p:nvPr/>
          </p:nvGrpSpPr>
          <p:grpSpPr>
            <a:xfrm>
              <a:off x="0" y="586483"/>
              <a:ext cx="1202850" cy="498150"/>
              <a:chOff x="0" y="-47625"/>
              <a:chExt cx="237600" cy="98400"/>
            </a:xfrm>
          </p:grpSpPr>
          <p:sp>
            <p:nvSpPr>
              <p:cNvPr id="195" name="Google Shape;195;p6"/>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6"/>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97" name="Google Shape;197;p6"/>
            <p:cNvGrpSpPr/>
            <p:nvPr/>
          </p:nvGrpSpPr>
          <p:grpSpPr>
            <a:xfrm>
              <a:off x="0" y="165164"/>
              <a:ext cx="4377448" cy="520931"/>
              <a:chOff x="0" y="-47625"/>
              <a:chExt cx="864681" cy="102900"/>
            </a:xfrm>
          </p:grpSpPr>
          <p:sp>
            <p:nvSpPr>
              <p:cNvPr id="198" name="Google Shape;198;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0" name="Google Shape;200;p6"/>
            <p:cNvGrpSpPr/>
            <p:nvPr/>
          </p:nvGrpSpPr>
          <p:grpSpPr>
            <a:xfrm>
              <a:off x="0" y="984958"/>
              <a:ext cx="4377448" cy="520931"/>
              <a:chOff x="0" y="-47625"/>
              <a:chExt cx="864681" cy="102900"/>
            </a:xfrm>
          </p:grpSpPr>
          <p:sp>
            <p:nvSpPr>
              <p:cNvPr id="201" name="Google Shape;201;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03" name="Google Shape;203;p6"/>
          <p:cNvGrpSpPr/>
          <p:nvPr/>
        </p:nvGrpSpPr>
        <p:grpSpPr>
          <a:xfrm>
            <a:off x="11999778" y="8693380"/>
            <a:ext cx="5851052" cy="1310243"/>
            <a:chOff x="2" y="-564"/>
            <a:chExt cx="7801403" cy="1746991"/>
          </a:xfrm>
        </p:grpSpPr>
        <p:grpSp>
          <p:nvGrpSpPr>
            <p:cNvPr id="204" name="Google Shape;204;p6"/>
            <p:cNvGrpSpPr/>
            <p:nvPr/>
          </p:nvGrpSpPr>
          <p:grpSpPr>
            <a:xfrm rot="10800000">
              <a:off x="5628043" y="1225496"/>
              <a:ext cx="2173362" cy="520931"/>
              <a:chOff x="0" y="-47625"/>
              <a:chExt cx="429306" cy="102900"/>
            </a:xfrm>
          </p:grpSpPr>
          <p:sp>
            <p:nvSpPr>
              <p:cNvPr id="205" name="Google Shape;205;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07" name="Google Shape;207;p6"/>
            <p:cNvGrpSpPr/>
            <p:nvPr/>
          </p:nvGrpSpPr>
          <p:grpSpPr>
            <a:xfrm rot="10800000">
              <a:off x="3056329" y="1225496"/>
              <a:ext cx="2173362" cy="520931"/>
              <a:chOff x="0" y="-47625"/>
              <a:chExt cx="429306" cy="102900"/>
            </a:xfrm>
          </p:grpSpPr>
          <p:sp>
            <p:nvSpPr>
              <p:cNvPr id="208" name="Google Shape;208;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0" name="Google Shape;210;p6"/>
            <p:cNvGrpSpPr/>
            <p:nvPr/>
          </p:nvGrpSpPr>
          <p:grpSpPr>
            <a:xfrm rot="10800000">
              <a:off x="4282710" y="409333"/>
              <a:ext cx="2173362" cy="520931"/>
              <a:chOff x="0" y="-47625"/>
              <a:chExt cx="429306" cy="102900"/>
            </a:xfrm>
          </p:grpSpPr>
          <p:sp>
            <p:nvSpPr>
              <p:cNvPr id="211" name="Google Shape;211;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3" name="Google Shape;213;p6"/>
            <p:cNvGrpSpPr/>
            <p:nvPr/>
          </p:nvGrpSpPr>
          <p:grpSpPr>
            <a:xfrm rot="10800000">
              <a:off x="1969648" y="420756"/>
              <a:ext cx="2173362" cy="520931"/>
              <a:chOff x="0" y="-47625"/>
              <a:chExt cx="429306" cy="102900"/>
            </a:xfrm>
          </p:grpSpPr>
          <p:sp>
            <p:nvSpPr>
              <p:cNvPr id="214" name="Google Shape;214;p6"/>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 name="Google Shape;215;p6"/>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6" name="Google Shape;216;p6"/>
            <p:cNvGrpSpPr/>
            <p:nvPr/>
          </p:nvGrpSpPr>
          <p:grpSpPr>
            <a:xfrm rot="10800000">
              <a:off x="1295727" y="1225496"/>
              <a:ext cx="1191034" cy="520931"/>
              <a:chOff x="0" y="-47625"/>
              <a:chExt cx="235266" cy="102900"/>
            </a:xfrm>
          </p:grpSpPr>
          <p:sp>
            <p:nvSpPr>
              <p:cNvPr id="217" name="Google Shape;217;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19" name="Google Shape;219;p6"/>
            <p:cNvGrpSpPr/>
            <p:nvPr/>
          </p:nvGrpSpPr>
          <p:grpSpPr>
            <a:xfrm rot="10800000">
              <a:off x="2" y="420756"/>
              <a:ext cx="1191034" cy="520931"/>
              <a:chOff x="0" y="-47625"/>
              <a:chExt cx="235266" cy="102900"/>
            </a:xfrm>
          </p:grpSpPr>
          <p:sp>
            <p:nvSpPr>
              <p:cNvPr id="220" name="Google Shape;220;p6"/>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1" name="Google Shape;221;p6"/>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2" name="Google Shape;222;p6"/>
            <p:cNvGrpSpPr/>
            <p:nvPr/>
          </p:nvGrpSpPr>
          <p:grpSpPr>
            <a:xfrm rot="10800000">
              <a:off x="6598555" y="420693"/>
              <a:ext cx="1202850" cy="498150"/>
              <a:chOff x="0" y="-47625"/>
              <a:chExt cx="237600" cy="98400"/>
            </a:xfrm>
          </p:grpSpPr>
          <p:sp>
            <p:nvSpPr>
              <p:cNvPr id="223" name="Google Shape;223;p6"/>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4" name="Google Shape;224;p6"/>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5" name="Google Shape;225;p6"/>
            <p:cNvGrpSpPr/>
            <p:nvPr/>
          </p:nvGrpSpPr>
          <p:grpSpPr>
            <a:xfrm rot="10800000">
              <a:off x="3423956" y="819231"/>
              <a:ext cx="4377448" cy="520931"/>
              <a:chOff x="0" y="-47625"/>
              <a:chExt cx="864681" cy="102900"/>
            </a:xfrm>
          </p:grpSpPr>
          <p:sp>
            <p:nvSpPr>
              <p:cNvPr id="226" name="Google Shape;226;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28" name="Google Shape;228;p6"/>
            <p:cNvGrpSpPr/>
            <p:nvPr/>
          </p:nvGrpSpPr>
          <p:grpSpPr>
            <a:xfrm rot="10800000">
              <a:off x="3423956" y="-564"/>
              <a:ext cx="4377448" cy="520931"/>
              <a:chOff x="0" y="-47625"/>
              <a:chExt cx="864681" cy="102900"/>
            </a:xfrm>
          </p:grpSpPr>
          <p:sp>
            <p:nvSpPr>
              <p:cNvPr id="229" name="Google Shape;229;p6"/>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6"/>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31" name="Google Shape;231;p6"/>
          <p:cNvSpPr/>
          <p:nvPr/>
        </p:nvSpPr>
        <p:spPr>
          <a:xfrm>
            <a:off x="14123600" y="4763750"/>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232" name="Google Shape;232;p6"/>
          <p:cNvGrpSpPr/>
          <p:nvPr/>
        </p:nvGrpSpPr>
        <p:grpSpPr>
          <a:xfrm rot="2821244">
            <a:off x="16959832" y="165852"/>
            <a:ext cx="1057608" cy="1194515"/>
            <a:chOff x="-95789" y="-89371"/>
            <a:chExt cx="1410145" cy="1592687"/>
          </a:xfrm>
        </p:grpSpPr>
        <p:grpSp>
          <p:nvGrpSpPr>
            <p:cNvPr id="233" name="Google Shape;233;p6"/>
            <p:cNvGrpSpPr/>
            <p:nvPr/>
          </p:nvGrpSpPr>
          <p:grpSpPr>
            <a:xfrm rot="-2821068">
              <a:off x="134816" y="282908"/>
              <a:ext cx="943563" cy="1040889"/>
              <a:chOff x="0" y="-47625"/>
              <a:chExt cx="343200" cy="378600"/>
            </a:xfrm>
          </p:grpSpPr>
          <p:sp>
            <p:nvSpPr>
              <p:cNvPr id="234" name="Google Shape;234;p6"/>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6"/>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6" name="Google Shape;236;p6"/>
            <p:cNvGrpSpPr/>
            <p:nvPr/>
          </p:nvGrpSpPr>
          <p:grpSpPr>
            <a:xfrm rot="-2821068">
              <a:off x="140189" y="90147"/>
              <a:ext cx="943563" cy="1040889"/>
              <a:chOff x="0" y="-47625"/>
              <a:chExt cx="343200" cy="378600"/>
            </a:xfrm>
          </p:grpSpPr>
          <p:sp>
            <p:nvSpPr>
              <p:cNvPr id="237" name="Google Shape;237;p6"/>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 name="Google Shape;238;p6"/>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39" name="Google Shape;239;p6"/>
            <p:cNvGrpSpPr/>
            <p:nvPr/>
          </p:nvGrpSpPr>
          <p:grpSpPr>
            <a:xfrm>
              <a:off x="625032" y="253444"/>
              <a:ext cx="69946" cy="699550"/>
              <a:chOff x="0" y="-47625"/>
              <a:chExt cx="31856" cy="318600"/>
            </a:xfrm>
          </p:grpSpPr>
          <p:sp>
            <p:nvSpPr>
              <p:cNvPr id="240" name="Google Shape;240;p6"/>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6"/>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42" name="Google Shape;242;p6"/>
            <p:cNvGrpSpPr/>
            <p:nvPr/>
          </p:nvGrpSpPr>
          <p:grpSpPr>
            <a:xfrm rot="5400000">
              <a:off x="675978" y="305678"/>
              <a:ext cx="72520" cy="699550"/>
              <a:chOff x="0" y="-47625"/>
              <a:chExt cx="33028" cy="318600"/>
            </a:xfrm>
          </p:grpSpPr>
          <p:sp>
            <p:nvSpPr>
              <p:cNvPr id="243" name="Google Shape;243;p6"/>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6"/>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45"/>
        <p:cNvGrpSpPr/>
        <p:nvPr/>
      </p:nvGrpSpPr>
      <p:grpSpPr>
        <a:xfrm>
          <a:off x="0" y="0"/>
          <a:ext cx="0" cy="0"/>
          <a:chOff x="0" y="0"/>
          <a:chExt cx="0" cy="0"/>
        </a:xfrm>
      </p:grpSpPr>
      <p:sp>
        <p:nvSpPr>
          <p:cNvPr id="246" name="Google Shape;246;p7"/>
          <p:cNvSpPr txBox="1">
            <a:spLocks noGrp="1"/>
          </p:cNvSpPr>
          <p:nvPr>
            <p:ph type="title"/>
          </p:nvPr>
        </p:nvSpPr>
        <p:spPr>
          <a:xfrm>
            <a:off x="576300" y="2672488"/>
            <a:ext cx="16500000" cy="1143000"/>
          </a:xfrm>
          <a:prstGeom prst="rect">
            <a:avLst/>
          </a:prstGeom>
          <a:noFill/>
          <a:ln>
            <a:noFill/>
          </a:ln>
        </p:spPr>
        <p:txBody>
          <a:bodyPr spcFirstLastPara="1" wrap="square" lIns="91425" tIns="45700" rIns="91425" bIns="45700" anchor="ctr" anchorCtr="0">
            <a:normAutofit/>
          </a:bodyPr>
          <a:lstStyle>
            <a:lvl1pPr lvl="0">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7" name="Google Shape;247;p7"/>
          <p:cNvSpPr txBox="1">
            <a:spLocks noGrp="1"/>
          </p:cNvSpPr>
          <p:nvPr>
            <p:ph type="body" idx="1"/>
          </p:nvPr>
        </p:nvSpPr>
        <p:spPr>
          <a:xfrm>
            <a:off x="1528775" y="5556275"/>
            <a:ext cx="5014200" cy="3951300"/>
          </a:xfrm>
          <a:prstGeom prst="rect">
            <a:avLst/>
          </a:prstGeom>
          <a:noFill/>
          <a:ln>
            <a:noFill/>
          </a:ln>
        </p:spPr>
        <p:txBody>
          <a:bodyPr spcFirstLastPara="1" wrap="square" lIns="91425" tIns="45700" rIns="91425" bIns="45700" anchor="t" anchorCtr="0">
            <a:normAutofit/>
          </a:bodyPr>
          <a:lstStyle>
            <a:lvl1pPr marL="457200" lvl="0" indent="-323850" algn="l">
              <a:spcBef>
                <a:spcPts val="480"/>
              </a:spcBef>
              <a:spcAft>
                <a:spcPts val="0"/>
              </a:spcAft>
              <a:buClr>
                <a:schemeClr val="dk1"/>
              </a:buClr>
              <a:buSzPts val="1500"/>
              <a:buChar char="•"/>
              <a:defRPr/>
            </a:lvl1pPr>
            <a:lvl2pPr marL="914400" lvl="1" indent="-323850" algn="l">
              <a:spcBef>
                <a:spcPts val="400"/>
              </a:spcBef>
              <a:spcAft>
                <a:spcPts val="0"/>
              </a:spcAft>
              <a:buClr>
                <a:schemeClr val="dk1"/>
              </a:buClr>
              <a:buSzPts val="1500"/>
              <a:buChar char="–"/>
              <a:defRPr/>
            </a:lvl2pPr>
            <a:lvl3pPr marL="1371600" lvl="2" indent="-323850" algn="l">
              <a:spcBef>
                <a:spcPts val="360"/>
              </a:spcBef>
              <a:spcAft>
                <a:spcPts val="0"/>
              </a:spcAft>
              <a:buClr>
                <a:schemeClr val="dk1"/>
              </a:buClr>
              <a:buSzPts val="1500"/>
              <a:buChar char="•"/>
              <a:defRPr/>
            </a:lvl3pPr>
            <a:lvl4pPr marL="1828800" lvl="3" indent="-323850" algn="l">
              <a:spcBef>
                <a:spcPts val="320"/>
              </a:spcBef>
              <a:spcAft>
                <a:spcPts val="0"/>
              </a:spcAft>
              <a:buClr>
                <a:schemeClr val="dk1"/>
              </a:buClr>
              <a:buSzPts val="1500"/>
              <a:buChar char="–"/>
              <a:defRPr/>
            </a:lvl4pPr>
            <a:lvl5pPr marL="2286000" lvl="4" indent="-323850" algn="l">
              <a:spcBef>
                <a:spcPts val="320"/>
              </a:spcBef>
              <a:spcAft>
                <a:spcPts val="0"/>
              </a:spcAft>
              <a:buClr>
                <a:schemeClr val="dk1"/>
              </a:buClr>
              <a:buSzPts val="1500"/>
              <a:buChar char="»"/>
              <a:defRPr/>
            </a:lvl5pPr>
            <a:lvl6pPr marL="2743200" lvl="5" indent="-323850" algn="l">
              <a:spcBef>
                <a:spcPts val="320"/>
              </a:spcBef>
              <a:spcAft>
                <a:spcPts val="0"/>
              </a:spcAft>
              <a:buClr>
                <a:schemeClr val="dk1"/>
              </a:buClr>
              <a:buSzPts val="1500"/>
              <a:buChar char="•"/>
              <a:defRPr/>
            </a:lvl6pPr>
            <a:lvl7pPr marL="3200400" lvl="6" indent="-323850" algn="l">
              <a:spcBef>
                <a:spcPts val="320"/>
              </a:spcBef>
              <a:spcAft>
                <a:spcPts val="0"/>
              </a:spcAft>
              <a:buClr>
                <a:schemeClr val="dk1"/>
              </a:buClr>
              <a:buSzPts val="1500"/>
              <a:buChar char="•"/>
              <a:defRPr/>
            </a:lvl7pPr>
            <a:lvl8pPr marL="3657600" lvl="7" indent="-323850" algn="l">
              <a:spcBef>
                <a:spcPts val="320"/>
              </a:spcBef>
              <a:spcAft>
                <a:spcPts val="0"/>
              </a:spcAft>
              <a:buClr>
                <a:schemeClr val="dk1"/>
              </a:buClr>
              <a:buSzPts val="1500"/>
              <a:buChar char="•"/>
              <a:defRPr/>
            </a:lvl8pPr>
            <a:lvl9pPr marL="4114800" lvl="8" indent="-323850" algn="l">
              <a:spcBef>
                <a:spcPts val="320"/>
              </a:spcBef>
              <a:spcAft>
                <a:spcPts val="0"/>
              </a:spcAft>
              <a:buClr>
                <a:schemeClr val="dk1"/>
              </a:buClr>
              <a:buSzPts val="1500"/>
              <a:buChar char="•"/>
              <a:defRPr/>
            </a:lvl9pPr>
          </a:lstStyle>
          <a:p>
            <a:endParaRPr/>
          </a:p>
        </p:txBody>
      </p:sp>
      <p:sp>
        <p:nvSpPr>
          <p:cNvPr id="248" name="Google Shape;248;p7"/>
          <p:cNvSpPr txBox="1">
            <a:spLocks noGrp="1"/>
          </p:cNvSpPr>
          <p:nvPr>
            <p:ph type="body" idx="2"/>
          </p:nvPr>
        </p:nvSpPr>
        <p:spPr>
          <a:xfrm>
            <a:off x="6726129" y="5556275"/>
            <a:ext cx="5016000" cy="3951300"/>
          </a:xfrm>
          <a:prstGeom prst="rect">
            <a:avLst/>
          </a:prstGeom>
          <a:noFill/>
          <a:ln>
            <a:noFill/>
          </a:ln>
        </p:spPr>
        <p:txBody>
          <a:bodyPr spcFirstLastPara="1" wrap="square" lIns="91425" tIns="45700" rIns="91425" bIns="45700" anchor="t" anchorCtr="0">
            <a:normAutofit/>
          </a:bodyPr>
          <a:lstStyle>
            <a:lvl1pPr marL="457200" lvl="0" indent="-323850" algn="l">
              <a:spcBef>
                <a:spcPts val="480"/>
              </a:spcBef>
              <a:spcAft>
                <a:spcPts val="0"/>
              </a:spcAft>
              <a:buClr>
                <a:schemeClr val="dk1"/>
              </a:buClr>
              <a:buSzPts val="1500"/>
              <a:buChar char="•"/>
              <a:defRPr/>
            </a:lvl1pPr>
            <a:lvl2pPr marL="914400" lvl="1" indent="-323850" algn="l">
              <a:spcBef>
                <a:spcPts val="400"/>
              </a:spcBef>
              <a:spcAft>
                <a:spcPts val="0"/>
              </a:spcAft>
              <a:buClr>
                <a:schemeClr val="dk1"/>
              </a:buClr>
              <a:buSzPts val="1500"/>
              <a:buChar char="–"/>
              <a:defRPr/>
            </a:lvl2pPr>
            <a:lvl3pPr marL="1371600" lvl="2" indent="-323850" algn="l">
              <a:spcBef>
                <a:spcPts val="360"/>
              </a:spcBef>
              <a:spcAft>
                <a:spcPts val="0"/>
              </a:spcAft>
              <a:buClr>
                <a:schemeClr val="dk1"/>
              </a:buClr>
              <a:buSzPts val="1500"/>
              <a:buChar char="•"/>
              <a:defRPr/>
            </a:lvl3pPr>
            <a:lvl4pPr marL="1828800" lvl="3" indent="-323850" algn="l">
              <a:spcBef>
                <a:spcPts val="320"/>
              </a:spcBef>
              <a:spcAft>
                <a:spcPts val="0"/>
              </a:spcAft>
              <a:buClr>
                <a:schemeClr val="dk1"/>
              </a:buClr>
              <a:buSzPts val="1500"/>
              <a:buChar char="–"/>
              <a:defRPr/>
            </a:lvl4pPr>
            <a:lvl5pPr marL="2286000" lvl="4" indent="-323850" algn="l">
              <a:spcBef>
                <a:spcPts val="320"/>
              </a:spcBef>
              <a:spcAft>
                <a:spcPts val="0"/>
              </a:spcAft>
              <a:buClr>
                <a:schemeClr val="dk1"/>
              </a:buClr>
              <a:buSzPts val="1500"/>
              <a:buChar char="»"/>
              <a:defRPr/>
            </a:lvl5pPr>
            <a:lvl6pPr marL="2743200" lvl="5" indent="-323850" algn="l">
              <a:spcBef>
                <a:spcPts val="320"/>
              </a:spcBef>
              <a:spcAft>
                <a:spcPts val="0"/>
              </a:spcAft>
              <a:buClr>
                <a:schemeClr val="dk1"/>
              </a:buClr>
              <a:buSzPts val="1500"/>
              <a:buChar char="•"/>
              <a:defRPr/>
            </a:lvl6pPr>
            <a:lvl7pPr marL="3200400" lvl="6" indent="-323850" algn="l">
              <a:spcBef>
                <a:spcPts val="320"/>
              </a:spcBef>
              <a:spcAft>
                <a:spcPts val="0"/>
              </a:spcAft>
              <a:buClr>
                <a:schemeClr val="dk1"/>
              </a:buClr>
              <a:buSzPts val="1500"/>
              <a:buChar char="•"/>
              <a:defRPr/>
            </a:lvl7pPr>
            <a:lvl8pPr marL="3657600" lvl="7" indent="-323850" algn="l">
              <a:spcBef>
                <a:spcPts val="320"/>
              </a:spcBef>
              <a:spcAft>
                <a:spcPts val="0"/>
              </a:spcAft>
              <a:buClr>
                <a:schemeClr val="dk1"/>
              </a:buClr>
              <a:buSzPts val="1500"/>
              <a:buChar char="•"/>
              <a:defRPr/>
            </a:lvl8pPr>
            <a:lvl9pPr marL="4114800" lvl="8" indent="-323850" algn="l">
              <a:spcBef>
                <a:spcPts val="320"/>
              </a:spcBef>
              <a:spcAft>
                <a:spcPts val="0"/>
              </a:spcAft>
              <a:buClr>
                <a:schemeClr val="dk1"/>
              </a:buClr>
              <a:buSzPts val="1500"/>
              <a:buChar char="•"/>
              <a:defRPr/>
            </a:lvl9pPr>
          </a:lstStyle>
          <a:p>
            <a:endParaRPr/>
          </a:p>
        </p:txBody>
      </p:sp>
      <p:grpSp>
        <p:nvGrpSpPr>
          <p:cNvPr id="249" name="Google Shape;249;p7"/>
          <p:cNvGrpSpPr/>
          <p:nvPr/>
        </p:nvGrpSpPr>
        <p:grpSpPr>
          <a:xfrm>
            <a:off x="11999778" y="8693380"/>
            <a:ext cx="5851052" cy="1310243"/>
            <a:chOff x="2" y="-564"/>
            <a:chExt cx="7801403" cy="1746991"/>
          </a:xfrm>
        </p:grpSpPr>
        <p:grpSp>
          <p:nvGrpSpPr>
            <p:cNvPr id="250" name="Google Shape;250;p7"/>
            <p:cNvGrpSpPr/>
            <p:nvPr/>
          </p:nvGrpSpPr>
          <p:grpSpPr>
            <a:xfrm rot="10800000">
              <a:off x="5628043" y="1225496"/>
              <a:ext cx="2173362" cy="520931"/>
              <a:chOff x="0" y="-47625"/>
              <a:chExt cx="429306" cy="102900"/>
            </a:xfrm>
          </p:grpSpPr>
          <p:sp>
            <p:nvSpPr>
              <p:cNvPr id="251" name="Google Shape;251;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3" name="Google Shape;253;p7"/>
            <p:cNvGrpSpPr/>
            <p:nvPr/>
          </p:nvGrpSpPr>
          <p:grpSpPr>
            <a:xfrm rot="10800000">
              <a:off x="3056329" y="1225496"/>
              <a:ext cx="2173362" cy="520931"/>
              <a:chOff x="0" y="-47625"/>
              <a:chExt cx="429306" cy="102900"/>
            </a:xfrm>
          </p:grpSpPr>
          <p:sp>
            <p:nvSpPr>
              <p:cNvPr id="254" name="Google Shape;254;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6" name="Google Shape;256;p7"/>
            <p:cNvGrpSpPr/>
            <p:nvPr/>
          </p:nvGrpSpPr>
          <p:grpSpPr>
            <a:xfrm rot="10800000">
              <a:off x="4282710" y="409333"/>
              <a:ext cx="2173362" cy="520931"/>
              <a:chOff x="0" y="-47625"/>
              <a:chExt cx="429306" cy="102900"/>
            </a:xfrm>
          </p:grpSpPr>
          <p:sp>
            <p:nvSpPr>
              <p:cNvPr id="257" name="Google Shape;257;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59" name="Google Shape;259;p7"/>
            <p:cNvGrpSpPr/>
            <p:nvPr/>
          </p:nvGrpSpPr>
          <p:grpSpPr>
            <a:xfrm rot="10800000">
              <a:off x="1969648" y="420756"/>
              <a:ext cx="2173362" cy="520931"/>
              <a:chOff x="0" y="-47625"/>
              <a:chExt cx="429306" cy="102900"/>
            </a:xfrm>
          </p:grpSpPr>
          <p:sp>
            <p:nvSpPr>
              <p:cNvPr id="260" name="Google Shape;260;p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7"/>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2" name="Google Shape;262;p7"/>
            <p:cNvGrpSpPr/>
            <p:nvPr/>
          </p:nvGrpSpPr>
          <p:grpSpPr>
            <a:xfrm rot="10800000">
              <a:off x="1295727" y="1225496"/>
              <a:ext cx="1191034" cy="520931"/>
              <a:chOff x="0" y="-47625"/>
              <a:chExt cx="235266" cy="102900"/>
            </a:xfrm>
          </p:grpSpPr>
          <p:sp>
            <p:nvSpPr>
              <p:cNvPr id="263" name="Google Shape;263;p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7"/>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5" name="Google Shape;265;p7"/>
            <p:cNvGrpSpPr/>
            <p:nvPr/>
          </p:nvGrpSpPr>
          <p:grpSpPr>
            <a:xfrm rot="10800000">
              <a:off x="2" y="420756"/>
              <a:ext cx="1191034" cy="520931"/>
              <a:chOff x="0" y="-47625"/>
              <a:chExt cx="235266" cy="102900"/>
            </a:xfrm>
          </p:grpSpPr>
          <p:sp>
            <p:nvSpPr>
              <p:cNvPr id="266" name="Google Shape;266;p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7"/>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68" name="Google Shape;268;p7"/>
            <p:cNvGrpSpPr/>
            <p:nvPr/>
          </p:nvGrpSpPr>
          <p:grpSpPr>
            <a:xfrm rot="10800000">
              <a:off x="6598555" y="420693"/>
              <a:ext cx="1202850" cy="498150"/>
              <a:chOff x="0" y="-47625"/>
              <a:chExt cx="237600" cy="98400"/>
            </a:xfrm>
          </p:grpSpPr>
          <p:sp>
            <p:nvSpPr>
              <p:cNvPr id="269" name="Google Shape;269;p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7"/>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1" name="Google Shape;271;p7"/>
            <p:cNvGrpSpPr/>
            <p:nvPr/>
          </p:nvGrpSpPr>
          <p:grpSpPr>
            <a:xfrm rot="10800000">
              <a:off x="3423956" y="819231"/>
              <a:ext cx="4377448" cy="520931"/>
              <a:chOff x="0" y="-47625"/>
              <a:chExt cx="864681" cy="102900"/>
            </a:xfrm>
          </p:grpSpPr>
          <p:sp>
            <p:nvSpPr>
              <p:cNvPr id="272" name="Google Shape;272;p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7"/>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74" name="Google Shape;274;p7"/>
            <p:cNvGrpSpPr/>
            <p:nvPr/>
          </p:nvGrpSpPr>
          <p:grpSpPr>
            <a:xfrm rot="10800000">
              <a:off x="3423956" y="-564"/>
              <a:ext cx="4377448" cy="520931"/>
              <a:chOff x="0" y="-47625"/>
              <a:chExt cx="864681" cy="102900"/>
            </a:xfrm>
          </p:grpSpPr>
          <p:sp>
            <p:nvSpPr>
              <p:cNvPr id="275" name="Google Shape;275;p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7"/>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277" name="Google Shape;277;p7"/>
          <p:cNvGrpSpPr/>
          <p:nvPr/>
        </p:nvGrpSpPr>
        <p:grpSpPr>
          <a:xfrm rot="2821244">
            <a:off x="16959832" y="165852"/>
            <a:ext cx="1057608" cy="1194515"/>
            <a:chOff x="-95789" y="-89371"/>
            <a:chExt cx="1410145" cy="1592687"/>
          </a:xfrm>
        </p:grpSpPr>
        <p:grpSp>
          <p:nvGrpSpPr>
            <p:cNvPr id="278" name="Google Shape;278;p7"/>
            <p:cNvGrpSpPr/>
            <p:nvPr/>
          </p:nvGrpSpPr>
          <p:grpSpPr>
            <a:xfrm rot="-2821068">
              <a:off x="134816" y="282908"/>
              <a:ext cx="943563" cy="1040889"/>
              <a:chOff x="0" y="-47625"/>
              <a:chExt cx="343200" cy="378600"/>
            </a:xfrm>
          </p:grpSpPr>
          <p:sp>
            <p:nvSpPr>
              <p:cNvPr id="279" name="Google Shape;279;p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7"/>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1" name="Google Shape;281;p7"/>
            <p:cNvGrpSpPr/>
            <p:nvPr/>
          </p:nvGrpSpPr>
          <p:grpSpPr>
            <a:xfrm rot="-2821068">
              <a:off x="140189" y="90147"/>
              <a:ext cx="943563" cy="1040889"/>
              <a:chOff x="0" y="-47625"/>
              <a:chExt cx="343200" cy="378600"/>
            </a:xfrm>
          </p:grpSpPr>
          <p:sp>
            <p:nvSpPr>
              <p:cNvPr id="282" name="Google Shape;282;p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7"/>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4" name="Google Shape;284;p7"/>
            <p:cNvGrpSpPr/>
            <p:nvPr/>
          </p:nvGrpSpPr>
          <p:grpSpPr>
            <a:xfrm>
              <a:off x="625032" y="253444"/>
              <a:ext cx="69946" cy="699550"/>
              <a:chOff x="0" y="-47625"/>
              <a:chExt cx="31856" cy="318600"/>
            </a:xfrm>
          </p:grpSpPr>
          <p:sp>
            <p:nvSpPr>
              <p:cNvPr id="285" name="Google Shape;285;p7"/>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7"/>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287" name="Google Shape;287;p7"/>
            <p:cNvGrpSpPr/>
            <p:nvPr/>
          </p:nvGrpSpPr>
          <p:grpSpPr>
            <a:xfrm rot="5400000">
              <a:off x="675978" y="305678"/>
              <a:ext cx="72520" cy="699550"/>
              <a:chOff x="0" y="-47625"/>
              <a:chExt cx="33028" cy="318600"/>
            </a:xfrm>
          </p:grpSpPr>
          <p:sp>
            <p:nvSpPr>
              <p:cNvPr id="288" name="Google Shape;288;p7"/>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7"/>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290" name="Google Shape;290;p7"/>
          <p:cNvSpPr/>
          <p:nvPr/>
        </p:nvSpPr>
        <p:spPr>
          <a:xfrm>
            <a:off x="15378768" y="4930826"/>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35"/>
        <p:cNvGrpSpPr/>
        <p:nvPr/>
      </p:nvGrpSpPr>
      <p:grpSpPr>
        <a:xfrm>
          <a:off x="0" y="0"/>
          <a:ext cx="0" cy="0"/>
          <a:chOff x="0" y="0"/>
          <a:chExt cx="0" cy="0"/>
        </a:xfrm>
      </p:grpSpPr>
      <p:sp>
        <p:nvSpPr>
          <p:cNvPr id="336" name="Google Shape;336;p9"/>
          <p:cNvSpPr txBox="1">
            <a:spLocks noGrp="1"/>
          </p:cNvSpPr>
          <p:nvPr>
            <p:ph type="title"/>
          </p:nvPr>
        </p:nvSpPr>
        <p:spPr>
          <a:xfrm>
            <a:off x="742950" y="4058913"/>
            <a:ext cx="16404600" cy="11619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337" name="Google Shape;337;p9"/>
          <p:cNvSpPr txBox="1">
            <a:spLocks noGrp="1"/>
          </p:cNvSpPr>
          <p:nvPr>
            <p:ph type="body" idx="1"/>
          </p:nvPr>
        </p:nvSpPr>
        <p:spPr>
          <a:xfrm>
            <a:off x="5336650" y="5817575"/>
            <a:ext cx="7453200" cy="3043800"/>
          </a:xfrm>
          <a:prstGeom prst="rect">
            <a:avLst/>
          </a:prstGeom>
          <a:noFill/>
          <a:ln>
            <a:noFill/>
          </a:ln>
        </p:spPr>
        <p:txBody>
          <a:bodyPr spcFirstLastPara="1" wrap="square" lIns="91425" tIns="45700" rIns="91425" bIns="45700" anchor="t" anchorCtr="0">
            <a:normAutofit/>
          </a:bodyPr>
          <a:lstStyle>
            <a:lvl1pPr marL="457200" lvl="0" indent="-323850" algn="l">
              <a:spcBef>
                <a:spcPts val="640"/>
              </a:spcBef>
              <a:spcAft>
                <a:spcPts val="0"/>
              </a:spcAft>
              <a:buClr>
                <a:schemeClr val="dk1"/>
              </a:buClr>
              <a:buSzPts val="1500"/>
              <a:buChar char="•"/>
              <a:defRPr/>
            </a:lvl1pPr>
            <a:lvl2pPr marL="914400" lvl="1" indent="-323850" algn="l">
              <a:spcBef>
                <a:spcPts val="560"/>
              </a:spcBef>
              <a:spcAft>
                <a:spcPts val="0"/>
              </a:spcAft>
              <a:buClr>
                <a:schemeClr val="dk1"/>
              </a:buClr>
              <a:buSzPts val="1500"/>
              <a:buChar char="–"/>
              <a:defRPr/>
            </a:lvl2pPr>
            <a:lvl3pPr marL="1371600" lvl="2" indent="-323850" algn="l">
              <a:spcBef>
                <a:spcPts val="480"/>
              </a:spcBef>
              <a:spcAft>
                <a:spcPts val="0"/>
              </a:spcAft>
              <a:buClr>
                <a:schemeClr val="dk1"/>
              </a:buClr>
              <a:buSzPts val="1500"/>
              <a:buChar char="•"/>
              <a:defRPr/>
            </a:lvl3pPr>
            <a:lvl4pPr marL="1828800" lvl="3" indent="-323850" algn="l">
              <a:spcBef>
                <a:spcPts val="400"/>
              </a:spcBef>
              <a:spcAft>
                <a:spcPts val="0"/>
              </a:spcAft>
              <a:buClr>
                <a:schemeClr val="dk1"/>
              </a:buClr>
              <a:buSzPts val="1500"/>
              <a:buChar char="–"/>
              <a:defRPr/>
            </a:lvl4pPr>
            <a:lvl5pPr marL="2286000" lvl="4" indent="-323850" algn="l">
              <a:spcBef>
                <a:spcPts val="400"/>
              </a:spcBef>
              <a:spcAft>
                <a:spcPts val="0"/>
              </a:spcAft>
              <a:buClr>
                <a:schemeClr val="dk1"/>
              </a:buClr>
              <a:buSzPts val="1500"/>
              <a:buChar char="»"/>
              <a:defRPr/>
            </a:lvl5pPr>
            <a:lvl6pPr marL="2743200" lvl="5" indent="-323850" algn="l">
              <a:spcBef>
                <a:spcPts val="400"/>
              </a:spcBef>
              <a:spcAft>
                <a:spcPts val="0"/>
              </a:spcAft>
              <a:buClr>
                <a:schemeClr val="dk1"/>
              </a:buClr>
              <a:buSzPts val="1500"/>
              <a:buChar char="•"/>
              <a:defRPr/>
            </a:lvl6pPr>
            <a:lvl7pPr marL="3200400" lvl="6" indent="-323850" algn="l">
              <a:spcBef>
                <a:spcPts val="400"/>
              </a:spcBef>
              <a:spcAft>
                <a:spcPts val="0"/>
              </a:spcAft>
              <a:buClr>
                <a:schemeClr val="dk1"/>
              </a:buClr>
              <a:buSzPts val="1500"/>
              <a:buChar char="•"/>
              <a:defRPr/>
            </a:lvl7pPr>
            <a:lvl8pPr marL="3657600" lvl="7" indent="-323850" algn="l">
              <a:spcBef>
                <a:spcPts val="400"/>
              </a:spcBef>
              <a:spcAft>
                <a:spcPts val="0"/>
              </a:spcAft>
              <a:buClr>
                <a:schemeClr val="dk1"/>
              </a:buClr>
              <a:buSzPts val="1500"/>
              <a:buChar char="•"/>
              <a:defRPr/>
            </a:lvl8pPr>
            <a:lvl9pPr marL="4114800" lvl="8" indent="-323850" algn="l">
              <a:spcBef>
                <a:spcPts val="400"/>
              </a:spcBef>
              <a:spcAft>
                <a:spcPts val="0"/>
              </a:spcAft>
              <a:buClr>
                <a:schemeClr val="dk1"/>
              </a:buClr>
              <a:buSzPts val="1500"/>
              <a:buChar char="•"/>
              <a:defRPr/>
            </a:lvl9pPr>
          </a:lstStyle>
          <a:p>
            <a:endParaRPr/>
          </a:p>
        </p:txBody>
      </p:sp>
      <p:sp>
        <p:nvSpPr>
          <p:cNvPr id="338" name="Google Shape;338;p9"/>
          <p:cNvSpPr txBox="1">
            <a:spLocks noGrp="1"/>
          </p:cNvSpPr>
          <p:nvPr>
            <p:ph type="body" idx="2"/>
          </p:nvPr>
        </p:nvSpPr>
        <p:spPr>
          <a:xfrm>
            <a:off x="742950" y="5817580"/>
            <a:ext cx="4386600" cy="3285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500"/>
              <a:buNone/>
              <a:defRPr/>
            </a:lvl1pPr>
            <a:lvl2pPr marL="914400" lvl="1" indent="-228600" algn="l">
              <a:spcBef>
                <a:spcPts val="240"/>
              </a:spcBef>
              <a:spcAft>
                <a:spcPts val="0"/>
              </a:spcAft>
              <a:buClr>
                <a:schemeClr val="dk1"/>
              </a:buClr>
              <a:buSzPts val="1500"/>
              <a:buNone/>
              <a:defRPr/>
            </a:lvl2pPr>
            <a:lvl3pPr marL="1371600" lvl="2" indent="-228600" algn="l">
              <a:spcBef>
                <a:spcPts val="200"/>
              </a:spcBef>
              <a:spcAft>
                <a:spcPts val="0"/>
              </a:spcAft>
              <a:buClr>
                <a:schemeClr val="dk1"/>
              </a:buClr>
              <a:buSzPts val="1500"/>
              <a:buNone/>
              <a:defRPr/>
            </a:lvl3pPr>
            <a:lvl4pPr marL="1828800" lvl="3" indent="-228600" algn="l">
              <a:spcBef>
                <a:spcPts val="180"/>
              </a:spcBef>
              <a:spcAft>
                <a:spcPts val="0"/>
              </a:spcAft>
              <a:buClr>
                <a:schemeClr val="dk1"/>
              </a:buClr>
              <a:buSzPts val="1500"/>
              <a:buNone/>
              <a:defRPr/>
            </a:lvl4pPr>
            <a:lvl5pPr marL="2286000" lvl="4" indent="-228600" algn="l">
              <a:spcBef>
                <a:spcPts val="180"/>
              </a:spcBef>
              <a:spcAft>
                <a:spcPts val="0"/>
              </a:spcAft>
              <a:buClr>
                <a:schemeClr val="dk1"/>
              </a:buClr>
              <a:buSzPts val="1500"/>
              <a:buNone/>
              <a:defRPr/>
            </a:lvl5pPr>
            <a:lvl6pPr marL="2743200" lvl="5" indent="-228600" algn="l">
              <a:spcBef>
                <a:spcPts val="180"/>
              </a:spcBef>
              <a:spcAft>
                <a:spcPts val="0"/>
              </a:spcAft>
              <a:buClr>
                <a:schemeClr val="dk1"/>
              </a:buClr>
              <a:buSzPts val="1500"/>
              <a:buNone/>
              <a:defRPr/>
            </a:lvl6pPr>
            <a:lvl7pPr marL="3200400" lvl="6" indent="-228600" algn="l">
              <a:spcBef>
                <a:spcPts val="180"/>
              </a:spcBef>
              <a:spcAft>
                <a:spcPts val="0"/>
              </a:spcAft>
              <a:buClr>
                <a:schemeClr val="dk1"/>
              </a:buClr>
              <a:buSzPts val="1500"/>
              <a:buNone/>
              <a:defRPr/>
            </a:lvl7pPr>
            <a:lvl8pPr marL="3657600" lvl="7" indent="-228600" algn="l">
              <a:spcBef>
                <a:spcPts val="180"/>
              </a:spcBef>
              <a:spcAft>
                <a:spcPts val="0"/>
              </a:spcAft>
              <a:buClr>
                <a:schemeClr val="dk1"/>
              </a:buClr>
              <a:buSzPts val="1500"/>
              <a:buNone/>
              <a:defRPr/>
            </a:lvl8pPr>
            <a:lvl9pPr marL="4114800" lvl="8" indent="-228600" algn="l">
              <a:spcBef>
                <a:spcPts val="180"/>
              </a:spcBef>
              <a:spcAft>
                <a:spcPts val="0"/>
              </a:spcAft>
              <a:buClr>
                <a:schemeClr val="dk1"/>
              </a:buClr>
              <a:buSzPts val="1500"/>
              <a:buNone/>
              <a:defRPr/>
            </a:lvl9pPr>
          </a:lstStyle>
          <a:p>
            <a:endParaRPr/>
          </a:p>
        </p:txBody>
      </p:sp>
      <p:grpSp>
        <p:nvGrpSpPr>
          <p:cNvPr id="339" name="Google Shape;339;p9"/>
          <p:cNvGrpSpPr/>
          <p:nvPr/>
        </p:nvGrpSpPr>
        <p:grpSpPr>
          <a:xfrm rot="2821244">
            <a:off x="16959832" y="165852"/>
            <a:ext cx="1057608" cy="1194515"/>
            <a:chOff x="-95789" y="-89371"/>
            <a:chExt cx="1410145" cy="1592687"/>
          </a:xfrm>
        </p:grpSpPr>
        <p:grpSp>
          <p:nvGrpSpPr>
            <p:cNvPr id="340" name="Google Shape;340;p9"/>
            <p:cNvGrpSpPr/>
            <p:nvPr/>
          </p:nvGrpSpPr>
          <p:grpSpPr>
            <a:xfrm rot="-2821068">
              <a:off x="134816" y="282908"/>
              <a:ext cx="943563" cy="1040889"/>
              <a:chOff x="0" y="-47625"/>
              <a:chExt cx="343200" cy="378600"/>
            </a:xfrm>
          </p:grpSpPr>
          <p:sp>
            <p:nvSpPr>
              <p:cNvPr id="341" name="Google Shape;341;p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9"/>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3" name="Google Shape;343;p9"/>
            <p:cNvGrpSpPr/>
            <p:nvPr/>
          </p:nvGrpSpPr>
          <p:grpSpPr>
            <a:xfrm rot="-2821068">
              <a:off x="140189" y="90147"/>
              <a:ext cx="943563" cy="1040889"/>
              <a:chOff x="0" y="-47625"/>
              <a:chExt cx="343200" cy="378600"/>
            </a:xfrm>
          </p:grpSpPr>
          <p:sp>
            <p:nvSpPr>
              <p:cNvPr id="344" name="Google Shape;344;p9"/>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9"/>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6" name="Google Shape;346;p9"/>
            <p:cNvGrpSpPr/>
            <p:nvPr/>
          </p:nvGrpSpPr>
          <p:grpSpPr>
            <a:xfrm>
              <a:off x="625032" y="253444"/>
              <a:ext cx="69946" cy="699550"/>
              <a:chOff x="0" y="-47625"/>
              <a:chExt cx="31856" cy="318600"/>
            </a:xfrm>
          </p:grpSpPr>
          <p:sp>
            <p:nvSpPr>
              <p:cNvPr id="347" name="Google Shape;347;p9"/>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9"/>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49" name="Google Shape;349;p9"/>
            <p:cNvGrpSpPr/>
            <p:nvPr/>
          </p:nvGrpSpPr>
          <p:grpSpPr>
            <a:xfrm rot="5400000">
              <a:off x="675978" y="305678"/>
              <a:ext cx="72520" cy="699550"/>
              <a:chOff x="0" y="-47625"/>
              <a:chExt cx="33028" cy="318600"/>
            </a:xfrm>
          </p:grpSpPr>
          <p:sp>
            <p:nvSpPr>
              <p:cNvPr id="350" name="Google Shape;350;p9"/>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9"/>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352" name="Google Shape;352;p9"/>
          <p:cNvSpPr/>
          <p:nvPr/>
        </p:nvSpPr>
        <p:spPr>
          <a:xfrm>
            <a:off x="14580281" y="4222181"/>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353" name="Google Shape;353;p9"/>
          <p:cNvGrpSpPr/>
          <p:nvPr/>
        </p:nvGrpSpPr>
        <p:grpSpPr>
          <a:xfrm>
            <a:off x="12072976" y="8575885"/>
            <a:ext cx="5851052" cy="1310243"/>
            <a:chOff x="2" y="-564"/>
            <a:chExt cx="7801403" cy="1746991"/>
          </a:xfrm>
        </p:grpSpPr>
        <p:grpSp>
          <p:nvGrpSpPr>
            <p:cNvPr id="354" name="Google Shape;354;p9"/>
            <p:cNvGrpSpPr/>
            <p:nvPr/>
          </p:nvGrpSpPr>
          <p:grpSpPr>
            <a:xfrm rot="10800000">
              <a:off x="5628043" y="1225496"/>
              <a:ext cx="2173362" cy="520931"/>
              <a:chOff x="0" y="-47625"/>
              <a:chExt cx="429306" cy="102900"/>
            </a:xfrm>
          </p:grpSpPr>
          <p:sp>
            <p:nvSpPr>
              <p:cNvPr id="355" name="Google Shape;355;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57" name="Google Shape;357;p9"/>
            <p:cNvGrpSpPr/>
            <p:nvPr/>
          </p:nvGrpSpPr>
          <p:grpSpPr>
            <a:xfrm rot="10800000">
              <a:off x="3056329" y="1225496"/>
              <a:ext cx="2173362" cy="520931"/>
              <a:chOff x="0" y="-47625"/>
              <a:chExt cx="429306" cy="102900"/>
            </a:xfrm>
          </p:grpSpPr>
          <p:sp>
            <p:nvSpPr>
              <p:cNvPr id="358" name="Google Shape;358;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0" name="Google Shape;360;p9"/>
            <p:cNvGrpSpPr/>
            <p:nvPr/>
          </p:nvGrpSpPr>
          <p:grpSpPr>
            <a:xfrm rot="10800000">
              <a:off x="4282710" y="409333"/>
              <a:ext cx="2173362" cy="520931"/>
              <a:chOff x="0" y="-47625"/>
              <a:chExt cx="429306" cy="102900"/>
            </a:xfrm>
          </p:grpSpPr>
          <p:sp>
            <p:nvSpPr>
              <p:cNvPr id="361" name="Google Shape;361;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3" name="Google Shape;363;p9"/>
            <p:cNvGrpSpPr/>
            <p:nvPr/>
          </p:nvGrpSpPr>
          <p:grpSpPr>
            <a:xfrm rot="10800000">
              <a:off x="1969648" y="420756"/>
              <a:ext cx="2173362" cy="520931"/>
              <a:chOff x="0" y="-47625"/>
              <a:chExt cx="429306" cy="102900"/>
            </a:xfrm>
          </p:grpSpPr>
          <p:sp>
            <p:nvSpPr>
              <p:cNvPr id="364" name="Google Shape;364;p9"/>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9"/>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6" name="Google Shape;366;p9"/>
            <p:cNvGrpSpPr/>
            <p:nvPr/>
          </p:nvGrpSpPr>
          <p:grpSpPr>
            <a:xfrm rot="10800000">
              <a:off x="1295727" y="1225496"/>
              <a:ext cx="1191034" cy="520931"/>
              <a:chOff x="0" y="-47625"/>
              <a:chExt cx="235266" cy="102900"/>
            </a:xfrm>
          </p:grpSpPr>
          <p:sp>
            <p:nvSpPr>
              <p:cNvPr id="367" name="Google Shape;367;p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9"/>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69" name="Google Shape;369;p9"/>
            <p:cNvGrpSpPr/>
            <p:nvPr/>
          </p:nvGrpSpPr>
          <p:grpSpPr>
            <a:xfrm rot="10800000">
              <a:off x="2" y="420756"/>
              <a:ext cx="1191034" cy="520931"/>
              <a:chOff x="0" y="-47625"/>
              <a:chExt cx="235266" cy="102900"/>
            </a:xfrm>
          </p:grpSpPr>
          <p:sp>
            <p:nvSpPr>
              <p:cNvPr id="370" name="Google Shape;370;p9"/>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9"/>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2" name="Google Shape;372;p9"/>
            <p:cNvGrpSpPr/>
            <p:nvPr/>
          </p:nvGrpSpPr>
          <p:grpSpPr>
            <a:xfrm rot="10800000">
              <a:off x="6598555" y="420693"/>
              <a:ext cx="1202850" cy="498150"/>
              <a:chOff x="0" y="-47625"/>
              <a:chExt cx="237600" cy="98400"/>
            </a:xfrm>
          </p:grpSpPr>
          <p:sp>
            <p:nvSpPr>
              <p:cNvPr id="373" name="Google Shape;373;p9"/>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9"/>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5" name="Google Shape;375;p9"/>
            <p:cNvGrpSpPr/>
            <p:nvPr/>
          </p:nvGrpSpPr>
          <p:grpSpPr>
            <a:xfrm rot="10800000">
              <a:off x="3423956" y="819231"/>
              <a:ext cx="4377448" cy="520931"/>
              <a:chOff x="0" y="-47625"/>
              <a:chExt cx="864681" cy="102900"/>
            </a:xfrm>
          </p:grpSpPr>
          <p:sp>
            <p:nvSpPr>
              <p:cNvPr id="376" name="Google Shape;376;p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9"/>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78" name="Google Shape;378;p9"/>
            <p:cNvGrpSpPr/>
            <p:nvPr/>
          </p:nvGrpSpPr>
          <p:grpSpPr>
            <a:xfrm rot="10800000">
              <a:off x="3423956" y="-564"/>
              <a:ext cx="4377448" cy="520931"/>
              <a:chOff x="0" y="-47625"/>
              <a:chExt cx="864681" cy="102900"/>
            </a:xfrm>
          </p:grpSpPr>
          <p:sp>
            <p:nvSpPr>
              <p:cNvPr id="379" name="Google Shape;379;p9"/>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9"/>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81"/>
        <p:cNvGrpSpPr/>
        <p:nvPr/>
      </p:nvGrpSpPr>
      <p:grpSpPr>
        <a:xfrm>
          <a:off x="0" y="0"/>
          <a:ext cx="0" cy="0"/>
          <a:chOff x="0" y="0"/>
          <a:chExt cx="0" cy="0"/>
        </a:xfrm>
      </p:grpSpPr>
      <p:sp>
        <p:nvSpPr>
          <p:cNvPr id="382" name="Google Shape;382;p10"/>
          <p:cNvSpPr txBox="1">
            <a:spLocks noGrp="1"/>
          </p:cNvSpPr>
          <p:nvPr>
            <p:ph type="title"/>
          </p:nvPr>
        </p:nvSpPr>
        <p:spPr>
          <a:xfrm>
            <a:off x="1002575" y="4737700"/>
            <a:ext cx="16871700" cy="56670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12500"/>
              <a:buNone/>
              <a:defRPr/>
            </a:lvl1pPr>
            <a:lvl2pPr lvl="1">
              <a:spcBef>
                <a:spcPts val="0"/>
              </a:spcBef>
              <a:spcAft>
                <a:spcPts val="0"/>
              </a:spcAft>
              <a:buSzPts val="12500"/>
              <a:buFont typeface="Anton"/>
              <a:buNone/>
              <a:defRPr sz="12500">
                <a:latin typeface="Anton"/>
                <a:ea typeface="Anton"/>
                <a:cs typeface="Anton"/>
                <a:sym typeface="Anton"/>
              </a:defRPr>
            </a:lvl2pPr>
            <a:lvl3pPr lvl="2">
              <a:spcBef>
                <a:spcPts val="0"/>
              </a:spcBef>
              <a:spcAft>
                <a:spcPts val="0"/>
              </a:spcAft>
              <a:buSzPts val="12500"/>
              <a:buFont typeface="Anton"/>
              <a:buNone/>
              <a:defRPr sz="12500">
                <a:latin typeface="Anton"/>
                <a:ea typeface="Anton"/>
                <a:cs typeface="Anton"/>
                <a:sym typeface="Anton"/>
              </a:defRPr>
            </a:lvl3pPr>
            <a:lvl4pPr lvl="3">
              <a:spcBef>
                <a:spcPts val="0"/>
              </a:spcBef>
              <a:spcAft>
                <a:spcPts val="0"/>
              </a:spcAft>
              <a:buSzPts val="12500"/>
              <a:buFont typeface="Anton"/>
              <a:buNone/>
              <a:defRPr sz="12500">
                <a:latin typeface="Anton"/>
                <a:ea typeface="Anton"/>
                <a:cs typeface="Anton"/>
                <a:sym typeface="Anton"/>
              </a:defRPr>
            </a:lvl4pPr>
            <a:lvl5pPr lvl="4">
              <a:spcBef>
                <a:spcPts val="0"/>
              </a:spcBef>
              <a:spcAft>
                <a:spcPts val="0"/>
              </a:spcAft>
              <a:buSzPts val="12500"/>
              <a:buFont typeface="Anton"/>
              <a:buNone/>
              <a:defRPr sz="12500">
                <a:latin typeface="Anton"/>
                <a:ea typeface="Anton"/>
                <a:cs typeface="Anton"/>
                <a:sym typeface="Anton"/>
              </a:defRPr>
            </a:lvl5pPr>
            <a:lvl6pPr lvl="5">
              <a:spcBef>
                <a:spcPts val="0"/>
              </a:spcBef>
              <a:spcAft>
                <a:spcPts val="0"/>
              </a:spcAft>
              <a:buSzPts val="12500"/>
              <a:buFont typeface="Anton"/>
              <a:buNone/>
              <a:defRPr sz="12500">
                <a:latin typeface="Anton"/>
                <a:ea typeface="Anton"/>
                <a:cs typeface="Anton"/>
                <a:sym typeface="Anton"/>
              </a:defRPr>
            </a:lvl6pPr>
            <a:lvl7pPr lvl="6">
              <a:spcBef>
                <a:spcPts val="0"/>
              </a:spcBef>
              <a:spcAft>
                <a:spcPts val="0"/>
              </a:spcAft>
              <a:buSzPts val="12500"/>
              <a:buFont typeface="Anton"/>
              <a:buNone/>
              <a:defRPr sz="12500">
                <a:latin typeface="Anton"/>
                <a:ea typeface="Anton"/>
                <a:cs typeface="Anton"/>
                <a:sym typeface="Anton"/>
              </a:defRPr>
            </a:lvl7pPr>
            <a:lvl8pPr lvl="7">
              <a:spcBef>
                <a:spcPts val="0"/>
              </a:spcBef>
              <a:spcAft>
                <a:spcPts val="0"/>
              </a:spcAft>
              <a:buSzPts val="12500"/>
              <a:buFont typeface="Anton"/>
              <a:buNone/>
              <a:defRPr sz="12500">
                <a:latin typeface="Anton"/>
                <a:ea typeface="Anton"/>
                <a:cs typeface="Anton"/>
                <a:sym typeface="Anton"/>
              </a:defRPr>
            </a:lvl8pPr>
            <a:lvl9pPr lvl="8">
              <a:spcBef>
                <a:spcPts val="0"/>
              </a:spcBef>
              <a:spcAft>
                <a:spcPts val="0"/>
              </a:spcAft>
              <a:buSzPts val="12500"/>
              <a:buFont typeface="Anton"/>
              <a:buNone/>
              <a:defRPr sz="12500">
                <a:latin typeface="Anton"/>
                <a:ea typeface="Anton"/>
                <a:cs typeface="Anton"/>
                <a:sym typeface="Anton"/>
              </a:defRPr>
            </a:lvl9pPr>
          </a:lstStyle>
          <a:p>
            <a:endParaRPr/>
          </a:p>
        </p:txBody>
      </p:sp>
      <p:sp>
        <p:nvSpPr>
          <p:cNvPr id="383" name="Google Shape;383;p10"/>
          <p:cNvSpPr>
            <a:spLocks noGrp="1"/>
          </p:cNvSpPr>
          <p:nvPr>
            <p:ph type="pic" idx="2"/>
          </p:nvPr>
        </p:nvSpPr>
        <p:spPr>
          <a:xfrm>
            <a:off x="1125547" y="5629275"/>
            <a:ext cx="4245000" cy="3183900"/>
          </a:xfrm>
          <a:prstGeom prst="rect">
            <a:avLst/>
          </a:prstGeom>
          <a:noFill/>
          <a:ln>
            <a:noFill/>
          </a:ln>
        </p:spPr>
      </p:sp>
      <p:sp>
        <p:nvSpPr>
          <p:cNvPr id="384" name="Google Shape;384;p10"/>
          <p:cNvSpPr txBox="1">
            <a:spLocks noGrp="1"/>
          </p:cNvSpPr>
          <p:nvPr>
            <p:ph type="body" idx="1"/>
          </p:nvPr>
        </p:nvSpPr>
        <p:spPr>
          <a:xfrm>
            <a:off x="6159513" y="6081688"/>
            <a:ext cx="5486400" cy="804900"/>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500"/>
              <a:buNone/>
              <a:defRPr/>
            </a:lvl1pPr>
            <a:lvl2pPr marL="914400" lvl="1" indent="-228600" algn="l">
              <a:spcBef>
                <a:spcPts val="240"/>
              </a:spcBef>
              <a:spcAft>
                <a:spcPts val="0"/>
              </a:spcAft>
              <a:buClr>
                <a:schemeClr val="dk1"/>
              </a:buClr>
              <a:buSzPts val="1500"/>
              <a:buNone/>
              <a:defRPr/>
            </a:lvl2pPr>
            <a:lvl3pPr marL="1371600" lvl="2" indent="-228600" algn="l">
              <a:spcBef>
                <a:spcPts val="200"/>
              </a:spcBef>
              <a:spcAft>
                <a:spcPts val="0"/>
              </a:spcAft>
              <a:buClr>
                <a:schemeClr val="dk1"/>
              </a:buClr>
              <a:buSzPts val="1500"/>
              <a:buNone/>
              <a:defRPr/>
            </a:lvl3pPr>
            <a:lvl4pPr marL="1828800" lvl="3" indent="-228600" algn="l">
              <a:spcBef>
                <a:spcPts val="180"/>
              </a:spcBef>
              <a:spcAft>
                <a:spcPts val="0"/>
              </a:spcAft>
              <a:buClr>
                <a:schemeClr val="dk1"/>
              </a:buClr>
              <a:buSzPts val="1500"/>
              <a:buNone/>
              <a:defRPr/>
            </a:lvl4pPr>
            <a:lvl5pPr marL="2286000" lvl="4" indent="-228600" algn="l">
              <a:spcBef>
                <a:spcPts val="180"/>
              </a:spcBef>
              <a:spcAft>
                <a:spcPts val="0"/>
              </a:spcAft>
              <a:buClr>
                <a:schemeClr val="dk1"/>
              </a:buClr>
              <a:buSzPts val="1500"/>
              <a:buNone/>
              <a:defRPr/>
            </a:lvl5pPr>
            <a:lvl6pPr marL="2743200" lvl="5" indent="-228600" algn="l">
              <a:spcBef>
                <a:spcPts val="180"/>
              </a:spcBef>
              <a:spcAft>
                <a:spcPts val="0"/>
              </a:spcAft>
              <a:buClr>
                <a:schemeClr val="dk1"/>
              </a:buClr>
              <a:buSzPts val="1500"/>
              <a:buNone/>
              <a:defRPr/>
            </a:lvl6pPr>
            <a:lvl7pPr marL="3200400" lvl="6" indent="-228600" algn="l">
              <a:spcBef>
                <a:spcPts val="180"/>
              </a:spcBef>
              <a:spcAft>
                <a:spcPts val="0"/>
              </a:spcAft>
              <a:buClr>
                <a:schemeClr val="dk1"/>
              </a:buClr>
              <a:buSzPts val="1500"/>
              <a:buNone/>
              <a:defRPr/>
            </a:lvl7pPr>
            <a:lvl8pPr marL="3657600" lvl="7" indent="-228600" algn="l">
              <a:spcBef>
                <a:spcPts val="180"/>
              </a:spcBef>
              <a:spcAft>
                <a:spcPts val="0"/>
              </a:spcAft>
              <a:buClr>
                <a:schemeClr val="dk1"/>
              </a:buClr>
              <a:buSzPts val="1500"/>
              <a:buNone/>
              <a:defRPr/>
            </a:lvl8pPr>
            <a:lvl9pPr marL="4114800" lvl="8" indent="-228600" algn="l">
              <a:spcBef>
                <a:spcPts val="180"/>
              </a:spcBef>
              <a:spcAft>
                <a:spcPts val="0"/>
              </a:spcAft>
              <a:buClr>
                <a:schemeClr val="dk1"/>
              </a:buClr>
              <a:buSzPts val="1500"/>
              <a:buNone/>
              <a:defRPr/>
            </a:lvl9pPr>
          </a:lstStyle>
          <a:p>
            <a:endParaRPr/>
          </a:p>
        </p:txBody>
      </p:sp>
      <p:sp>
        <p:nvSpPr>
          <p:cNvPr id="385" name="Google Shape;385;p10"/>
          <p:cNvSpPr/>
          <p:nvPr/>
        </p:nvSpPr>
        <p:spPr>
          <a:xfrm>
            <a:off x="14398941" y="5079095"/>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2">
              <a:alphaModFix/>
            </a:blip>
            <a:stretch>
              <a:fillRect/>
            </a:stretch>
          </a:blipFill>
          <a:ln>
            <a:noFill/>
          </a:ln>
        </p:spPr>
      </p:sp>
      <p:grpSp>
        <p:nvGrpSpPr>
          <p:cNvPr id="386" name="Google Shape;386;p10"/>
          <p:cNvGrpSpPr/>
          <p:nvPr/>
        </p:nvGrpSpPr>
        <p:grpSpPr>
          <a:xfrm rot="2821244">
            <a:off x="16959832" y="165852"/>
            <a:ext cx="1057608" cy="1194515"/>
            <a:chOff x="-95789" y="-89371"/>
            <a:chExt cx="1410145" cy="1592687"/>
          </a:xfrm>
        </p:grpSpPr>
        <p:grpSp>
          <p:nvGrpSpPr>
            <p:cNvPr id="387" name="Google Shape;387;p10"/>
            <p:cNvGrpSpPr/>
            <p:nvPr/>
          </p:nvGrpSpPr>
          <p:grpSpPr>
            <a:xfrm rot="-2821068">
              <a:off x="134816" y="282908"/>
              <a:ext cx="943563" cy="1040889"/>
              <a:chOff x="0" y="-47625"/>
              <a:chExt cx="343200" cy="378600"/>
            </a:xfrm>
          </p:grpSpPr>
          <p:sp>
            <p:nvSpPr>
              <p:cNvPr id="388" name="Google Shape;388;p1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0"/>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0" name="Google Shape;390;p10"/>
            <p:cNvGrpSpPr/>
            <p:nvPr/>
          </p:nvGrpSpPr>
          <p:grpSpPr>
            <a:xfrm rot="-2821068">
              <a:off x="140189" y="90147"/>
              <a:ext cx="943563" cy="1040889"/>
              <a:chOff x="0" y="-47625"/>
              <a:chExt cx="343200" cy="378600"/>
            </a:xfrm>
          </p:grpSpPr>
          <p:sp>
            <p:nvSpPr>
              <p:cNvPr id="391" name="Google Shape;391;p10"/>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0"/>
              <p:cNvSpPr txBox="1"/>
              <p:nvPr/>
            </p:nvSpPr>
            <p:spPr>
              <a:xfrm>
                <a:off x="0" y="-47625"/>
                <a:ext cx="343200" cy="378600"/>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3" name="Google Shape;393;p10"/>
            <p:cNvGrpSpPr/>
            <p:nvPr/>
          </p:nvGrpSpPr>
          <p:grpSpPr>
            <a:xfrm>
              <a:off x="625032" y="253444"/>
              <a:ext cx="69946" cy="699550"/>
              <a:chOff x="0" y="-47625"/>
              <a:chExt cx="31856" cy="318600"/>
            </a:xfrm>
          </p:grpSpPr>
          <p:sp>
            <p:nvSpPr>
              <p:cNvPr id="394" name="Google Shape;394;p10"/>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0"/>
              <p:cNvSpPr txBox="1"/>
              <p:nvPr/>
            </p:nvSpPr>
            <p:spPr>
              <a:xfrm>
                <a:off x="0" y="-47625"/>
                <a:ext cx="318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396" name="Google Shape;396;p10"/>
            <p:cNvGrpSpPr/>
            <p:nvPr/>
          </p:nvGrpSpPr>
          <p:grpSpPr>
            <a:xfrm rot="5400000">
              <a:off x="675978" y="305678"/>
              <a:ext cx="72520" cy="699550"/>
              <a:chOff x="0" y="-47625"/>
              <a:chExt cx="33028" cy="318600"/>
            </a:xfrm>
          </p:grpSpPr>
          <p:sp>
            <p:nvSpPr>
              <p:cNvPr id="397" name="Google Shape;397;p10"/>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10"/>
              <p:cNvSpPr txBox="1"/>
              <p:nvPr/>
            </p:nvSpPr>
            <p:spPr>
              <a:xfrm>
                <a:off x="0" y="-47625"/>
                <a:ext cx="33000" cy="318600"/>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399" name="Google Shape;399;p10"/>
          <p:cNvGrpSpPr/>
          <p:nvPr/>
        </p:nvGrpSpPr>
        <p:grpSpPr>
          <a:xfrm rot="10800000">
            <a:off x="8547898" y="480862"/>
            <a:ext cx="5851052" cy="1310243"/>
            <a:chOff x="2" y="-564"/>
            <a:chExt cx="7801403" cy="1746991"/>
          </a:xfrm>
        </p:grpSpPr>
        <p:grpSp>
          <p:nvGrpSpPr>
            <p:cNvPr id="400" name="Google Shape;400;p10"/>
            <p:cNvGrpSpPr/>
            <p:nvPr/>
          </p:nvGrpSpPr>
          <p:grpSpPr>
            <a:xfrm rot="10800000">
              <a:off x="5628043" y="1225496"/>
              <a:ext cx="2173362" cy="520931"/>
              <a:chOff x="0" y="-47625"/>
              <a:chExt cx="429306" cy="102900"/>
            </a:xfrm>
          </p:grpSpPr>
          <p:sp>
            <p:nvSpPr>
              <p:cNvPr id="401" name="Google Shape;401;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3" name="Google Shape;403;p10"/>
            <p:cNvGrpSpPr/>
            <p:nvPr/>
          </p:nvGrpSpPr>
          <p:grpSpPr>
            <a:xfrm rot="10800000">
              <a:off x="3056329" y="1225496"/>
              <a:ext cx="2173362" cy="520931"/>
              <a:chOff x="0" y="-47625"/>
              <a:chExt cx="429306" cy="102900"/>
            </a:xfrm>
          </p:grpSpPr>
          <p:sp>
            <p:nvSpPr>
              <p:cNvPr id="404" name="Google Shape;404;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6" name="Google Shape;406;p10"/>
            <p:cNvGrpSpPr/>
            <p:nvPr/>
          </p:nvGrpSpPr>
          <p:grpSpPr>
            <a:xfrm rot="10800000">
              <a:off x="4282710" y="409333"/>
              <a:ext cx="2173362" cy="520931"/>
              <a:chOff x="0" y="-47625"/>
              <a:chExt cx="429306" cy="102900"/>
            </a:xfrm>
          </p:grpSpPr>
          <p:sp>
            <p:nvSpPr>
              <p:cNvPr id="407" name="Google Shape;407;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09" name="Google Shape;409;p10"/>
            <p:cNvGrpSpPr/>
            <p:nvPr/>
          </p:nvGrpSpPr>
          <p:grpSpPr>
            <a:xfrm rot="10800000">
              <a:off x="1969648" y="420756"/>
              <a:ext cx="2173362" cy="520931"/>
              <a:chOff x="0" y="-47625"/>
              <a:chExt cx="429306" cy="102900"/>
            </a:xfrm>
          </p:grpSpPr>
          <p:sp>
            <p:nvSpPr>
              <p:cNvPr id="410" name="Google Shape;410;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2" name="Google Shape;412;p10"/>
            <p:cNvGrpSpPr/>
            <p:nvPr/>
          </p:nvGrpSpPr>
          <p:grpSpPr>
            <a:xfrm rot="10800000">
              <a:off x="1295727" y="1225496"/>
              <a:ext cx="1191034" cy="520931"/>
              <a:chOff x="0" y="-47625"/>
              <a:chExt cx="235266" cy="102900"/>
            </a:xfrm>
          </p:grpSpPr>
          <p:sp>
            <p:nvSpPr>
              <p:cNvPr id="413" name="Google Shape;413;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5" name="Google Shape;415;p10"/>
            <p:cNvGrpSpPr/>
            <p:nvPr/>
          </p:nvGrpSpPr>
          <p:grpSpPr>
            <a:xfrm rot="10800000">
              <a:off x="2" y="420756"/>
              <a:ext cx="1191034" cy="520931"/>
              <a:chOff x="0" y="-47625"/>
              <a:chExt cx="235266" cy="102900"/>
            </a:xfrm>
          </p:grpSpPr>
          <p:sp>
            <p:nvSpPr>
              <p:cNvPr id="416" name="Google Shape;416;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18" name="Google Shape;418;p10"/>
            <p:cNvGrpSpPr/>
            <p:nvPr/>
          </p:nvGrpSpPr>
          <p:grpSpPr>
            <a:xfrm rot="10800000">
              <a:off x="6598555" y="420693"/>
              <a:ext cx="1202850" cy="498150"/>
              <a:chOff x="0" y="-47625"/>
              <a:chExt cx="237600" cy="98400"/>
            </a:xfrm>
          </p:grpSpPr>
          <p:sp>
            <p:nvSpPr>
              <p:cNvPr id="419" name="Google Shape;419;p10"/>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10"/>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1" name="Google Shape;421;p10"/>
            <p:cNvGrpSpPr/>
            <p:nvPr/>
          </p:nvGrpSpPr>
          <p:grpSpPr>
            <a:xfrm rot="10800000">
              <a:off x="3423956" y="819231"/>
              <a:ext cx="4377448" cy="520931"/>
              <a:chOff x="0" y="-47625"/>
              <a:chExt cx="864681" cy="102900"/>
            </a:xfrm>
          </p:grpSpPr>
          <p:sp>
            <p:nvSpPr>
              <p:cNvPr id="422" name="Google Shape;422;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24" name="Google Shape;424;p10"/>
            <p:cNvGrpSpPr/>
            <p:nvPr/>
          </p:nvGrpSpPr>
          <p:grpSpPr>
            <a:xfrm rot="10800000">
              <a:off x="3423956" y="-564"/>
              <a:ext cx="4377448" cy="520931"/>
              <a:chOff x="0" y="-47625"/>
              <a:chExt cx="864681" cy="102900"/>
            </a:xfrm>
          </p:grpSpPr>
          <p:sp>
            <p:nvSpPr>
              <p:cNvPr id="425" name="Google Shape;425;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27" name="Google Shape;427;p10"/>
          <p:cNvGrpSpPr/>
          <p:nvPr/>
        </p:nvGrpSpPr>
        <p:grpSpPr>
          <a:xfrm rot="10800000">
            <a:off x="12023215" y="8251029"/>
            <a:ext cx="5851052" cy="1310243"/>
            <a:chOff x="2" y="-564"/>
            <a:chExt cx="7801403" cy="1746991"/>
          </a:xfrm>
        </p:grpSpPr>
        <p:grpSp>
          <p:nvGrpSpPr>
            <p:cNvPr id="428" name="Google Shape;428;p10"/>
            <p:cNvGrpSpPr/>
            <p:nvPr/>
          </p:nvGrpSpPr>
          <p:grpSpPr>
            <a:xfrm rot="10800000">
              <a:off x="5628043" y="1225496"/>
              <a:ext cx="2173362" cy="520931"/>
              <a:chOff x="0" y="-47625"/>
              <a:chExt cx="429306" cy="102900"/>
            </a:xfrm>
          </p:grpSpPr>
          <p:sp>
            <p:nvSpPr>
              <p:cNvPr id="429" name="Google Shape;429;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1" name="Google Shape;431;p10"/>
            <p:cNvGrpSpPr/>
            <p:nvPr/>
          </p:nvGrpSpPr>
          <p:grpSpPr>
            <a:xfrm rot="10800000">
              <a:off x="3056329" y="1225496"/>
              <a:ext cx="2173362" cy="520931"/>
              <a:chOff x="0" y="-47625"/>
              <a:chExt cx="429306" cy="102900"/>
            </a:xfrm>
          </p:grpSpPr>
          <p:sp>
            <p:nvSpPr>
              <p:cNvPr id="432" name="Google Shape;432;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4" name="Google Shape;434;p10"/>
            <p:cNvGrpSpPr/>
            <p:nvPr/>
          </p:nvGrpSpPr>
          <p:grpSpPr>
            <a:xfrm rot="10800000">
              <a:off x="4282710" y="409333"/>
              <a:ext cx="2173362" cy="520931"/>
              <a:chOff x="0" y="-47625"/>
              <a:chExt cx="429306" cy="102900"/>
            </a:xfrm>
          </p:grpSpPr>
          <p:sp>
            <p:nvSpPr>
              <p:cNvPr id="435" name="Google Shape;435;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37" name="Google Shape;437;p10"/>
            <p:cNvGrpSpPr/>
            <p:nvPr/>
          </p:nvGrpSpPr>
          <p:grpSpPr>
            <a:xfrm rot="10800000">
              <a:off x="1969648" y="420756"/>
              <a:ext cx="2173362" cy="520931"/>
              <a:chOff x="0" y="-47625"/>
              <a:chExt cx="429306" cy="102900"/>
            </a:xfrm>
          </p:grpSpPr>
          <p:sp>
            <p:nvSpPr>
              <p:cNvPr id="438" name="Google Shape;438;p10"/>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10"/>
              <p:cNvSpPr txBox="1"/>
              <p:nvPr/>
            </p:nvSpPr>
            <p:spPr>
              <a:xfrm>
                <a:off x="0" y="-47625"/>
                <a:ext cx="4293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0" name="Google Shape;440;p10"/>
            <p:cNvGrpSpPr/>
            <p:nvPr/>
          </p:nvGrpSpPr>
          <p:grpSpPr>
            <a:xfrm rot="10800000">
              <a:off x="1295727" y="1225496"/>
              <a:ext cx="1191034" cy="520931"/>
              <a:chOff x="0" y="-47625"/>
              <a:chExt cx="235266" cy="102900"/>
            </a:xfrm>
          </p:grpSpPr>
          <p:sp>
            <p:nvSpPr>
              <p:cNvPr id="441" name="Google Shape;441;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3" name="Google Shape;443;p10"/>
            <p:cNvGrpSpPr/>
            <p:nvPr/>
          </p:nvGrpSpPr>
          <p:grpSpPr>
            <a:xfrm rot="10800000">
              <a:off x="2" y="420756"/>
              <a:ext cx="1191034" cy="520931"/>
              <a:chOff x="0" y="-47625"/>
              <a:chExt cx="235266" cy="102900"/>
            </a:xfrm>
          </p:grpSpPr>
          <p:sp>
            <p:nvSpPr>
              <p:cNvPr id="444" name="Google Shape;444;p10"/>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10"/>
              <p:cNvSpPr txBox="1"/>
              <p:nvPr/>
            </p:nvSpPr>
            <p:spPr>
              <a:xfrm>
                <a:off x="0" y="-47625"/>
                <a:ext cx="2352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6" name="Google Shape;446;p10"/>
            <p:cNvGrpSpPr/>
            <p:nvPr/>
          </p:nvGrpSpPr>
          <p:grpSpPr>
            <a:xfrm rot="10800000">
              <a:off x="6598555" y="420693"/>
              <a:ext cx="1202850" cy="498150"/>
              <a:chOff x="0" y="-47625"/>
              <a:chExt cx="237600" cy="98400"/>
            </a:xfrm>
          </p:grpSpPr>
          <p:sp>
            <p:nvSpPr>
              <p:cNvPr id="447" name="Google Shape;447;p10"/>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10"/>
              <p:cNvSpPr txBox="1"/>
              <p:nvPr/>
            </p:nvSpPr>
            <p:spPr>
              <a:xfrm>
                <a:off x="0" y="-47625"/>
                <a:ext cx="237600" cy="984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49" name="Google Shape;449;p10"/>
            <p:cNvGrpSpPr/>
            <p:nvPr/>
          </p:nvGrpSpPr>
          <p:grpSpPr>
            <a:xfrm rot="10800000">
              <a:off x="3423956" y="819231"/>
              <a:ext cx="4377448" cy="520931"/>
              <a:chOff x="0" y="-47625"/>
              <a:chExt cx="864681" cy="102900"/>
            </a:xfrm>
          </p:grpSpPr>
          <p:sp>
            <p:nvSpPr>
              <p:cNvPr id="450" name="Google Shape;450;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52" name="Google Shape;452;p10"/>
            <p:cNvGrpSpPr/>
            <p:nvPr/>
          </p:nvGrpSpPr>
          <p:grpSpPr>
            <a:xfrm rot="10800000">
              <a:off x="3423956" y="-564"/>
              <a:ext cx="4377448" cy="520931"/>
              <a:chOff x="0" y="-47625"/>
              <a:chExt cx="864681" cy="102900"/>
            </a:xfrm>
          </p:grpSpPr>
          <p:sp>
            <p:nvSpPr>
              <p:cNvPr id="453" name="Google Shape;453;p10"/>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10"/>
              <p:cNvSpPr txBox="1"/>
              <p:nvPr/>
            </p:nvSpPr>
            <p:spPr>
              <a:xfrm>
                <a:off x="0" y="-47625"/>
                <a:ext cx="864600" cy="102900"/>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9150" y="1893900"/>
            <a:ext cx="16500000" cy="1143000"/>
          </a:xfrm>
          <a:prstGeom prst="rect">
            <a:avLst/>
          </a:prstGeom>
          <a:noFill/>
          <a:ln>
            <a:noFill/>
          </a:ln>
        </p:spPr>
        <p:txBody>
          <a:bodyPr spcFirstLastPara="1" wrap="square" lIns="91425" tIns="45700" rIns="91425" bIns="45700" anchor="ctr" anchorCtr="0">
            <a:normAutofit/>
          </a:bodyPr>
          <a:lstStyle>
            <a:lvl1pPr marR="0" lvl="0" rtl="0">
              <a:spcBef>
                <a:spcPts val="0"/>
              </a:spcBef>
              <a:spcAft>
                <a:spcPts val="0"/>
              </a:spcAft>
              <a:buClr>
                <a:srgbClr val="393A3F"/>
              </a:buClr>
              <a:buSzPts val="12500"/>
              <a:buFont typeface="Anton"/>
              <a:buNone/>
              <a:defRPr sz="12500" i="0" u="none" strike="noStrike" cap="none">
                <a:solidFill>
                  <a:srgbClr val="393A3F"/>
                </a:solidFill>
                <a:latin typeface="Anton"/>
                <a:ea typeface="Anton"/>
                <a:cs typeface="Anton"/>
                <a:sym typeface="Anto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5172100" y="5060950"/>
            <a:ext cx="6927300" cy="2985000"/>
          </a:xfrm>
          <a:prstGeom prst="rect">
            <a:avLst/>
          </a:prstGeom>
          <a:noFill/>
          <a:ln>
            <a:noFill/>
          </a:ln>
        </p:spPr>
        <p:txBody>
          <a:bodyPr spcFirstLastPara="1" wrap="square" lIns="91425" tIns="45700" rIns="91425" bIns="45700" anchor="t" anchorCtr="0">
            <a:normAutofit/>
          </a:bodyPr>
          <a:lstStyle>
            <a:lvl1pPr marL="457200" marR="0" lvl="0" indent="-323850" algn="l" rtl="0">
              <a:spcBef>
                <a:spcPts val="64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1pPr>
            <a:lvl2pPr marL="914400" marR="0" lvl="1" indent="-323850" algn="l" rtl="0">
              <a:spcBef>
                <a:spcPts val="56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2pPr>
            <a:lvl3pPr marL="1371600" marR="0" lvl="2" indent="-323850" algn="l" rtl="0">
              <a:spcBef>
                <a:spcPts val="48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3pPr>
            <a:lvl4pPr marL="1828800" marR="0" lvl="3"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4pPr>
            <a:lvl5pPr marL="2286000" marR="0" lvl="4"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5pPr>
            <a:lvl6pPr marL="2743200" marR="0" lvl="5"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6pPr>
            <a:lvl7pPr marL="3200400" marR="0" lvl="6"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7pPr>
            <a:lvl8pPr marL="3657600" marR="0" lvl="7"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8pPr>
            <a:lvl9pPr marL="4114800" marR="0" lvl="8" indent="-323850" algn="l" rtl="0">
              <a:spcBef>
                <a:spcPts val="400"/>
              </a:spcBef>
              <a:spcAft>
                <a:spcPts val="0"/>
              </a:spcAft>
              <a:buClr>
                <a:schemeClr val="dk1"/>
              </a:buClr>
              <a:buSzPts val="1500"/>
              <a:buFont typeface="Anton"/>
              <a:buChar char="•"/>
              <a:defRPr sz="1500" i="0" u="none" strike="noStrike" cap="none">
                <a:solidFill>
                  <a:schemeClr val="dk1"/>
                </a:solidFill>
                <a:latin typeface="Anton"/>
                <a:ea typeface="Anton"/>
                <a:cs typeface="Anton"/>
                <a:sym typeface="Anto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2" r:id="rId4"/>
    <p:sldLayoutId id="2147483653" r:id="rId5"/>
    <p:sldLayoutId id="2147483655" r:id="rId6"/>
    <p:sldLayoutId id="2147483656" r:id="rId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458"/>
        <p:cNvGrpSpPr/>
        <p:nvPr/>
      </p:nvGrpSpPr>
      <p:grpSpPr>
        <a:xfrm>
          <a:off x="0" y="0"/>
          <a:ext cx="0" cy="0"/>
          <a:chOff x="0" y="0"/>
          <a:chExt cx="0" cy="0"/>
        </a:xfrm>
      </p:grpSpPr>
      <p:grpSp>
        <p:nvGrpSpPr>
          <p:cNvPr id="459" name="Google Shape;459;p11"/>
          <p:cNvGrpSpPr/>
          <p:nvPr/>
        </p:nvGrpSpPr>
        <p:grpSpPr>
          <a:xfrm>
            <a:off x="641008" y="7256644"/>
            <a:ext cx="10407992" cy="1437159"/>
            <a:chOff x="0" y="-47625"/>
            <a:chExt cx="1719710" cy="378511"/>
          </a:xfrm>
        </p:grpSpPr>
        <p:sp>
          <p:nvSpPr>
            <p:cNvPr id="460" name="Google Shape;460;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11"/>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2" name="Google Shape;462;p11"/>
          <p:cNvGrpSpPr/>
          <p:nvPr/>
        </p:nvGrpSpPr>
        <p:grpSpPr>
          <a:xfrm>
            <a:off x="641008" y="7080577"/>
            <a:ext cx="10407992" cy="1437158"/>
            <a:chOff x="0" y="-47625"/>
            <a:chExt cx="1719710" cy="378511"/>
          </a:xfrm>
        </p:grpSpPr>
        <p:sp>
          <p:nvSpPr>
            <p:cNvPr id="463" name="Google Shape;463;p11"/>
            <p:cNvSpPr/>
            <p:nvPr/>
          </p:nvSpPr>
          <p:spPr>
            <a:xfrm>
              <a:off x="0" y="0"/>
              <a:ext cx="1719710" cy="330886"/>
            </a:xfrm>
            <a:custGeom>
              <a:avLst/>
              <a:gdLst/>
              <a:ahLst/>
              <a:cxnLst/>
              <a:rect l="l" t="t" r="r" b="b"/>
              <a:pathLst>
                <a:path w="1719710" h="330886" extrusionOk="0">
                  <a:moveTo>
                    <a:pt x="60470" y="0"/>
                  </a:moveTo>
                  <a:lnTo>
                    <a:pt x="1659240" y="0"/>
                  </a:lnTo>
                  <a:cubicBezTo>
                    <a:pt x="1675277" y="0"/>
                    <a:pt x="1690658" y="6371"/>
                    <a:pt x="1701998" y="17711"/>
                  </a:cubicBezTo>
                  <a:cubicBezTo>
                    <a:pt x="1713339" y="29051"/>
                    <a:pt x="1719710" y="44432"/>
                    <a:pt x="1719710" y="60470"/>
                  </a:cubicBezTo>
                  <a:lnTo>
                    <a:pt x="1719710" y="270416"/>
                  </a:lnTo>
                  <a:cubicBezTo>
                    <a:pt x="1719710" y="303813"/>
                    <a:pt x="1692636" y="330886"/>
                    <a:pt x="1659240" y="330886"/>
                  </a:cubicBezTo>
                  <a:lnTo>
                    <a:pt x="60470" y="330886"/>
                  </a:lnTo>
                  <a:cubicBezTo>
                    <a:pt x="27073" y="330886"/>
                    <a:pt x="0" y="303813"/>
                    <a:pt x="0" y="270416"/>
                  </a:cubicBezTo>
                  <a:lnTo>
                    <a:pt x="0" y="60470"/>
                  </a:lnTo>
                  <a:cubicBezTo>
                    <a:pt x="0" y="27073"/>
                    <a:pt x="27073" y="0"/>
                    <a:pt x="60470"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11"/>
            <p:cNvSpPr txBox="1"/>
            <p:nvPr/>
          </p:nvSpPr>
          <p:spPr>
            <a:xfrm>
              <a:off x="0" y="-47625"/>
              <a:ext cx="1719710" cy="378511"/>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5" name="Google Shape;465;p11"/>
          <p:cNvGrpSpPr/>
          <p:nvPr/>
        </p:nvGrpSpPr>
        <p:grpSpPr>
          <a:xfrm>
            <a:off x="417483" y="242356"/>
            <a:ext cx="5851053" cy="1309820"/>
            <a:chOff x="0" y="-241100"/>
            <a:chExt cx="7801404" cy="1746426"/>
          </a:xfrm>
        </p:grpSpPr>
        <p:grpSp>
          <p:nvGrpSpPr>
            <p:cNvPr id="466" name="Google Shape;466;p11"/>
            <p:cNvGrpSpPr/>
            <p:nvPr/>
          </p:nvGrpSpPr>
          <p:grpSpPr>
            <a:xfrm>
              <a:off x="0" y="-241100"/>
              <a:ext cx="2173363" cy="520366"/>
              <a:chOff x="0" y="-47625"/>
              <a:chExt cx="429306" cy="102789"/>
            </a:xfrm>
          </p:grpSpPr>
          <p:sp>
            <p:nvSpPr>
              <p:cNvPr id="467" name="Google Shape;467;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69" name="Google Shape;469;p11"/>
            <p:cNvGrpSpPr/>
            <p:nvPr/>
          </p:nvGrpSpPr>
          <p:grpSpPr>
            <a:xfrm>
              <a:off x="2571714" y="-241100"/>
              <a:ext cx="2173363" cy="520366"/>
              <a:chOff x="0" y="-47625"/>
              <a:chExt cx="429306" cy="102789"/>
            </a:xfrm>
          </p:grpSpPr>
          <p:sp>
            <p:nvSpPr>
              <p:cNvPr id="470" name="Google Shape;470;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2" name="Google Shape;472;p11"/>
            <p:cNvGrpSpPr/>
            <p:nvPr/>
          </p:nvGrpSpPr>
          <p:grpSpPr>
            <a:xfrm>
              <a:off x="1345333" y="575063"/>
              <a:ext cx="2173363" cy="520366"/>
              <a:chOff x="0" y="-47625"/>
              <a:chExt cx="429306" cy="102789"/>
            </a:xfrm>
          </p:grpSpPr>
          <p:sp>
            <p:nvSpPr>
              <p:cNvPr id="473" name="Google Shape;473;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5" name="Google Shape;475;p11"/>
            <p:cNvGrpSpPr/>
            <p:nvPr/>
          </p:nvGrpSpPr>
          <p:grpSpPr>
            <a:xfrm>
              <a:off x="3658396" y="563641"/>
              <a:ext cx="2173363" cy="520366"/>
              <a:chOff x="0" y="-47625"/>
              <a:chExt cx="429306" cy="102789"/>
            </a:xfrm>
          </p:grpSpPr>
          <p:sp>
            <p:nvSpPr>
              <p:cNvPr id="476" name="Google Shape;476;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78" name="Google Shape;478;p11"/>
            <p:cNvGrpSpPr/>
            <p:nvPr/>
          </p:nvGrpSpPr>
          <p:grpSpPr>
            <a:xfrm>
              <a:off x="5314643" y="-241100"/>
              <a:ext cx="1191036" cy="520366"/>
              <a:chOff x="0" y="-47625"/>
              <a:chExt cx="235266" cy="102789"/>
            </a:xfrm>
          </p:grpSpPr>
          <p:sp>
            <p:nvSpPr>
              <p:cNvPr id="479" name="Google Shape;479;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1" name="Google Shape;481;p11"/>
            <p:cNvGrpSpPr/>
            <p:nvPr/>
          </p:nvGrpSpPr>
          <p:grpSpPr>
            <a:xfrm>
              <a:off x="6610368" y="563641"/>
              <a:ext cx="1191036" cy="520366"/>
              <a:chOff x="0" y="-47625"/>
              <a:chExt cx="235266" cy="102789"/>
            </a:xfrm>
          </p:grpSpPr>
          <p:sp>
            <p:nvSpPr>
              <p:cNvPr id="482" name="Google Shape;482;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4" name="Google Shape;484;p11"/>
            <p:cNvGrpSpPr/>
            <p:nvPr/>
          </p:nvGrpSpPr>
          <p:grpSpPr>
            <a:xfrm>
              <a:off x="0" y="586483"/>
              <a:ext cx="1202459" cy="497523"/>
              <a:chOff x="0" y="-47625"/>
              <a:chExt cx="237523" cy="98276"/>
            </a:xfrm>
          </p:grpSpPr>
          <p:sp>
            <p:nvSpPr>
              <p:cNvPr id="485" name="Google Shape;485;p11"/>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11"/>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87" name="Google Shape;487;p11"/>
            <p:cNvGrpSpPr/>
            <p:nvPr/>
          </p:nvGrpSpPr>
          <p:grpSpPr>
            <a:xfrm>
              <a:off x="0" y="165166"/>
              <a:ext cx="4377449" cy="520366"/>
              <a:chOff x="0" y="-47625"/>
              <a:chExt cx="864681" cy="102789"/>
            </a:xfrm>
          </p:grpSpPr>
          <p:sp>
            <p:nvSpPr>
              <p:cNvPr id="488" name="Google Shape;488;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0" name="Google Shape;490;p11"/>
            <p:cNvGrpSpPr/>
            <p:nvPr/>
          </p:nvGrpSpPr>
          <p:grpSpPr>
            <a:xfrm>
              <a:off x="0" y="984960"/>
              <a:ext cx="4377449" cy="520366"/>
              <a:chOff x="0" y="-47625"/>
              <a:chExt cx="864681" cy="102789"/>
            </a:xfrm>
          </p:grpSpPr>
          <p:sp>
            <p:nvSpPr>
              <p:cNvPr id="491" name="Google Shape;491;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493" name="Google Shape;493;p11"/>
          <p:cNvGrpSpPr/>
          <p:nvPr/>
        </p:nvGrpSpPr>
        <p:grpSpPr>
          <a:xfrm>
            <a:off x="11999777" y="8693803"/>
            <a:ext cx="5851054" cy="1309820"/>
            <a:chOff x="0" y="0"/>
            <a:chExt cx="7801405" cy="1746426"/>
          </a:xfrm>
        </p:grpSpPr>
        <p:grpSp>
          <p:nvGrpSpPr>
            <p:cNvPr id="494" name="Google Shape;494;p11"/>
            <p:cNvGrpSpPr/>
            <p:nvPr/>
          </p:nvGrpSpPr>
          <p:grpSpPr>
            <a:xfrm rot="10800000">
              <a:off x="5628042" y="1226060"/>
              <a:ext cx="2173363" cy="520366"/>
              <a:chOff x="0" y="-47625"/>
              <a:chExt cx="429306" cy="102789"/>
            </a:xfrm>
          </p:grpSpPr>
          <p:sp>
            <p:nvSpPr>
              <p:cNvPr id="495" name="Google Shape;495;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497" name="Google Shape;497;p11"/>
            <p:cNvGrpSpPr/>
            <p:nvPr/>
          </p:nvGrpSpPr>
          <p:grpSpPr>
            <a:xfrm rot="10800000">
              <a:off x="3056328" y="1226060"/>
              <a:ext cx="2173363" cy="520366"/>
              <a:chOff x="0" y="-47625"/>
              <a:chExt cx="429306" cy="102789"/>
            </a:xfrm>
          </p:grpSpPr>
          <p:sp>
            <p:nvSpPr>
              <p:cNvPr id="498" name="Google Shape;498;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0" name="Google Shape;500;p11"/>
            <p:cNvGrpSpPr/>
            <p:nvPr/>
          </p:nvGrpSpPr>
          <p:grpSpPr>
            <a:xfrm rot="10800000">
              <a:off x="4282709" y="409897"/>
              <a:ext cx="2173363" cy="520366"/>
              <a:chOff x="0" y="-47625"/>
              <a:chExt cx="429306" cy="102789"/>
            </a:xfrm>
          </p:grpSpPr>
          <p:sp>
            <p:nvSpPr>
              <p:cNvPr id="501" name="Google Shape;501;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3" name="Google Shape;503;p11"/>
            <p:cNvGrpSpPr/>
            <p:nvPr/>
          </p:nvGrpSpPr>
          <p:grpSpPr>
            <a:xfrm rot="10800000">
              <a:off x="1969647" y="421320"/>
              <a:ext cx="2173363" cy="520366"/>
              <a:chOff x="0" y="-47625"/>
              <a:chExt cx="429306" cy="102789"/>
            </a:xfrm>
          </p:grpSpPr>
          <p:sp>
            <p:nvSpPr>
              <p:cNvPr id="504" name="Google Shape;504;p11"/>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11"/>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6" name="Google Shape;506;p11"/>
            <p:cNvGrpSpPr/>
            <p:nvPr/>
          </p:nvGrpSpPr>
          <p:grpSpPr>
            <a:xfrm rot="10800000">
              <a:off x="1295725" y="1226060"/>
              <a:ext cx="1191036" cy="520366"/>
              <a:chOff x="0" y="-47625"/>
              <a:chExt cx="235266" cy="102789"/>
            </a:xfrm>
          </p:grpSpPr>
          <p:sp>
            <p:nvSpPr>
              <p:cNvPr id="507" name="Google Shape;507;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09" name="Google Shape;509;p11"/>
            <p:cNvGrpSpPr/>
            <p:nvPr/>
          </p:nvGrpSpPr>
          <p:grpSpPr>
            <a:xfrm rot="10800000">
              <a:off x="0" y="421320"/>
              <a:ext cx="1191036" cy="520366"/>
              <a:chOff x="0" y="-47625"/>
              <a:chExt cx="235266" cy="102789"/>
            </a:xfrm>
          </p:grpSpPr>
          <p:sp>
            <p:nvSpPr>
              <p:cNvPr id="510" name="Google Shape;510;p11"/>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11"/>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2" name="Google Shape;512;p11"/>
            <p:cNvGrpSpPr/>
            <p:nvPr/>
          </p:nvGrpSpPr>
          <p:grpSpPr>
            <a:xfrm rot="10800000">
              <a:off x="6598946" y="421320"/>
              <a:ext cx="1202459" cy="497523"/>
              <a:chOff x="0" y="-47625"/>
              <a:chExt cx="237523" cy="98276"/>
            </a:xfrm>
          </p:grpSpPr>
          <p:sp>
            <p:nvSpPr>
              <p:cNvPr id="513" name="Google Shape;513;p11"/>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1"/>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5" name="Google Shape;515;p11"/>
            <p:cNvGrpSpPr/>
            <p:nvPr/>
          </p:nvGrpSpPr>
          <p:grpSpPr>
            <a:xfrm rot="10800000">
              <a:off x="3423955" y="819795"/>
              <a:ext cx="4377449" cy="520366"/>
              <a:chOff x="0" y="-47625"/>
              <a:chExt cx="864681" cy="102789"/>
            </a:xfrm>
          </p:grpSpPr>
          <p:sp>
            <p:nvSpPr>
              <p:cNvPr id="516" name="Google Shape;516;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18" name="Google Shape;518;p11"/>
            <p:cNvGrpSpPr/>
            <p:nvPr/>
          </p:nvGrpSpPr>
          <p:grpSpPr>
            <a:xfrm rot="10800000">
              <a:off x="3423955" y="0"/>
              <a:ext cx="4377449" cy="520366"/>
              <a:chOff x="0" y="-47625"/>
              <a:chExt cx="864681" cy="102789"/>
            </a:xfrm>
          </p:grpSpPr>
          <p:sp>
            <p:nvSpPr>
              <p:cNvPr id="519" name="Google Shape;519;p11"/>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11"/>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521" name="Google Shape;521;p11"/>
          <p:cNvSpPr/>
          <p:nvPr/>
        </p:nvSpPr>
        <p:spPr>
          <a:xfrm>
            <a:off x="8901991" y="5927943"/>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lip>
            <a:stretch>
              <a:fillRect/>
            </a:stretch>
          </a:blipFill>
          <a:ln>
            <a:noFill/>
          </a:ln>
        </p:spPr>
      </p:sp>
      <p:grpSp>
        <p:nvGrpSpPr>
          <p:cNvPr id="522" name="Google Shape;522;p11"/>
          <p:cNvGrpSpPr/>
          <p:nvPr/>
        </p:nvGrpSpPr>
        <p:grpSpPr>
          <a:xfrm rot="2821008">
            <a:off x="16959926" y="165868"/>
            <a:ext cx="1057412" cy="1194325"/>
            <a:chOff x="-95788" y="-89271"/>
            <a:chExt cx="1409883" cy="1592433"/>
          </a:xfrm>
        </p:grpSpPr>
        <p:grpSp>
          <p:nvGrpSpPr>
            <p:cNvPr id="523" name="Google Shape;523;p11"/>
            <p:cNvGrpSpPr/>
            <p:nvPr/>
          </p:nvGrpSpPr>
          <p:grpSpPr>
            <a:xfrm rot="-2821008">
              <a:off x="134749" y="283003"/>
              <a:ext cx="943438" cy="1040647"/>
              <a:chOff x="0" y="-47625"/>
              <a:chExt cx="343153" cy="378511"/>
            </a:xfrm>
          </p:grpSpPr>
          <p:sp>
            <p:nvSpPr>
              <p:cNvPr id="524" name="Google Shape;524;p11"/>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1"/>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6" name="Google Shape;526;p11"/>
            <p:cNvGrpSpPr/>
            <p:nvPr/>
          </p:nvGrpSpPr>
          <p:grpSpPr>
            <a:xfrm rot="-2821008">
              <a:off x="140122" y="90242"/>
              <a:ext cx="943438" cy="1040647"/>
              <a:chOff x="0" y="-47625"/>
              <a:chExt cx="343153" cy="378511"/>
            </a:xfrm>
          </p:grpSpPr>
          <p:sp>
            <p:nvSpPr>
              <p:cNvPr id="527" name="Google Shape;527;p11"/>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11"/>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29" name="Google Shape;529;p11"/>
            <p:cNvGrpSpPr/>
            <p:nvPr/>
          </p:nvGrpSpPr>
          <p:grpSpPr>
            <a:xfrm>
              <a:off x="625032" y="253446"/>
              <a:ext cx="69946" cy="699445"/>
              <a:chOff x="0" y="-47625"/>
              <a:chExt cx="31856" cy="318558"/>
            </a:xfrm>
          </p:grpSpPr>
          <p:sp>
            <p:nvSpPr>
              <p:cNvPr id="530" name="Google Shape;530;p11"/>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1"/>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532" name="Google Shape;532;p11"/>
            <p:cNvGrpSpPr/>
            <p:nvPr/>
          </p:nvGrpSpPr>
          <p:grpSpPr>
            <a:xfrm rot="5400000">
              <a:off x="676029" y="305730"/>
              <a:ext cx="72519" cy="699445"/>
              <a:chOff x="0" y="-47625"/>
              <a:chExt cx="33028" cy="318558"/>
            </a:xfrm>
          </p:grpSpPr>
          <p:sp>
            <p:nvSpPr>
              <p:cNvPr id="533" name="Google Shape;533;p11"/>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1"/>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535" name="Google Shape;535;p11"/>
          <p:cNvSpPr txBox="1"/>
          <p:nvPr/>
        </p:nvSpPr>
        <p:spPr>
          <a:xfrm>
            <a:off x="844802" y="2958231"/>
            <a:ext cx="8893500" cy="384720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2500" b="0" i="0" u="none" strike="noStrike" cap="none" dirty="0" smtClean="0">
                <a:solidFill>
                  <a:srgbClr val="393A3F"/>
                </a:solidFill>
                <a:latin typeface="Anton"/>
                <a:ea typeface="Anton"/>
                <a:cs typeface="Anton"/>
                <a:sym typeface="Anton"/>
              </a:rPr>
              <a:t>Data Structures</a:t>
            </a:r>
            <a:endParaRPr dirty="0"/>
          </a:p>
        </p:txBody>
      </p:sp>
      <p:sp>
        <p:nvSpPr>
          <p:cNvPr id="536" name="Google Shape;536;p11"/>
          <p:cNvSpPr txBox="1"/>
          <p:nvPr/>
        </p:nvSpPr>
        <p:spPr>
          <a:xfrm>
            <a:off x="1191549" y="7437471"/>
            <a:ext cx="9541665" cy="1101135"/>
          </a:xfrm>
          <a:prstGeom prst="rect">
            <a:avLst/>
          </a:prstGeom>
          <a:noFill/>
          <a:ln>
            <a:noFill/>
          </a:ln>
        </p:spPr>
        <p:txBody>
          <a:bodyPr spcFirstLastPara="1" wrap="square" lIns="0" tIns="0" rIns="0" bIns="0" anchor="t" anchorCtr="0">
            <a:spAutoFit/>
          </a:bodyPr>
          <a:lstStyle/>
          <a:p>
            <a:pPr marL="0" marR="0" lvl="0" indent="0" algn="l" rtl="0">
              <a:lnSpc>
                <a:spcPct val="119989"/>
              </a:lnSpc>
              <a:spcBef>
                <a:spcPts val="0"/>
              </a:spcBef>
              <a:spcAft>
                <a:spcPts val="0"/>
              </a:spcAft>
              <a:buNone/>
            </a:pPr>
            <a:r>
              <a:rPr lang="en-US" sz="5963" b="0" i="0" u="none" strike="noStrike" cap="none" dirty="0" smtClean="0">
                <a:solidFill>
                  <a:srgbClr val="FFFFFF"/>
                </a:solidFill>
                <a:latin typeface="Anton"/>
                <a:ea typeface="Anton"/>
                <a:cs typeface="Anton"/>
                <a:sym typeface="Anton"/>
              </a:rPr>
              <a:t>Lab: </a:t>
            </a:r>
            <a:r>
              <a:rPr lang="en-US" sz="5963" b="0" i="0" u="none" strike="noStrike" cap="none" dirty="0" smtClean="0">
                <a:solidFill>
                  <a:srgbClr val="FFFFFF"/>
                </a:solidFill>
                <a:latin typeface="Anton"/>
                <a:ea typeface="Anton"/>
                <a:cs typeface="Anton"/>
                <a:sym typeface="Anton"/>
              </a:rPr>
              <a:t>Binary Search Trees</a:t>
            </a:r>
            <a:endParaRPr dirty="0"/>
          </a:p>
        </p:txBody>
      </p:sp>
      <p:pic>
        <p:nvPicPr>
          <p:cNvPr id="537" name="Google Shape;537;p11"/>
          <p:cNvPicPr preferRelativeResize="0"/>
          <p:nvPr/>
        </p:nvPicPr>
        <p:blipFill>
          <a:blip r:embed="rId4">
            <a:alphaModFix/>
          </a:blip>
          <a:stretch>
            <a:fillRect/>
          </a:stretch>
        </p:blipFill>
        <p:spPr>
          <a:xfrm>
            <a:off x="10558500" y="1596000"/>
            <a:ext cx="7051144" cy="6515275"/>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762"/>
        <p:cNvGrpSpPr/>
        <p:nvPr/>
      </p:nvGrpSpPr>
      <p:grpSpPr>
        <a:xfrm>
          <a:off x="0" y="0"/>
          <a:ext cx="0" cy="0"/>
          <a:chOff x="0" y="0"/>
          <a:chExt cx="0" cy="0"/>
        </a:xfrm>
      </p:grpSpPr>
      <p:sp>
        <p:nvSpPr>
          <p:cNvPr id="763" name="Google Shape;763;p15"/>
          <p:cNvSpPr txBox="1"/>
          <p:nvPr/>
        </p:nvSpPr>
        <p:spPr>
          <a:xfrm>
            <a:off x="1028625" y="2012370"/>
            <a:ext cx="8832600" cy="101566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6600" dirty="0" smtClean="0">
                <a:solidFill>
                  <a:srgbClr val="393A3F"/>
                </a:solidFill>
                <a:latin typeface="Anton"/>
                <a:sym typeface="Anton"/>
              </a:rPr>
              <a:t>Binary Search Tree (BST)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999777" y="8693803"/>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4" name="Text Placeholder 3"/>
          <p:cNvSpPr>
            <a:spLocks noGrp="1"/>
          </p:cNvSpPr>
          <p:nvPr>
            <p:ph type="body" idx="1"/>
          </p:nvPr>
        </p:nvSpPr>
        <p:spPr>
          <a:xfrm>
            <a:off x="831496" y="3247919"/>
            <a:ext cx="10155672" cy="5836159"/>
          </a:xfrm>
        </p:spPr>
        <p:txBody>
          <a:bodyPr>
            <a:normAutofit/>
          </a:bodyPr>
          <a:lstStyle/>
          <a:p>
            <a:pPr algn="just"/>
            <a:r>
              <a:rPr lang="en-US" sz="3600" dirty="0" smtClean="0">
                <a:latin typeface="Cascadia Code Light" panose="020B0609020000020004" pitchFamily="49" charset="0"/>
                <a:cs typeface="Cascadia Code Light" panose="020B0609020000020004" pitchFamily="49" charset="0"/>
              </a:rPr>
              <a:t>A </a:t>
            </a:r>
            <a:r>
              <a:rPr lang="en-US" sz="3600" dirty="0" smtClean="0">
                <a:latin typeface="Cascadia Code Light" panose="020B0609020000020004" pitchFamily="49" charset="0"/>
                <a:cs typeface="Cascadia Code Light" panose="020B0609020000020004" pitchFamily="49" charset="0"/>
              </a:rPr>
              <a:t>binary tree in which for each node value of all nodes in the left subtree is less or equal and value of all the nodes in the right subtree is greater.</a:t>
            </a:r>
            <a:endParaRPr lang="en-US" sz="3600" dirty="0">
              <a:latin typeface="Cascadia Code Light" panose="020B0609020000020004" pitchFamily="49" charset="0"/>
              <a:cs typeface="Cascadia Code Light" panose="020B0609020000020004" pitchFamily="49" charset="0"/>
            </a:endParaRPr>
          </a:p>
        </p:txBody>
      </p:sp>
      <p:sp>
        <p:nvSpPr>
          <p:cNvPr id="2" name="Oval 1"/>
          <p:cNvSpPr/>
          <p:nvPr/>
        </p:nvSpPr>
        <p:spPr>
          <a:xfrm>
            <a:off x="13618537" y="1447451"/>
            <a:ext cx="1593272" cy="1524000"/>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 name="Isosceles Triangle 2"/>
          <p:cNvSpPr/>
          <p:nvPr/>
        </p:nvSpPr>
        <p:spPr>
          <a:xfrm>
            <a:off x="11599592" y="5431707"/>
            <a:ext cx="2586924" cy="1876176"/>
          </a:xfrm>
          <a:prstGeom prst="triangle">
            <a:avLst/>
          </a:prstGeom>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2800" dirty="0" smtClean="0"/>
              <a:t>BST</a:t>
            </a:r>
          </a:p>
          <a:p>
            <a:pPr algn="ctr"/>
            <a:r>
              <a:rPr lang="en-US" sz="2800" dirty="0" smtClean="0"/>
              <a:t>&lt;=</a:t>
            </a:r>
            <a:endParaRPr lang="en-US" sz="2800" dirty="0"/>
          </a:p>
        </p:txBody>
      </p:sp>
      <p:sp>
        <p:nvSpPr>
          <p:cNvPr id="66" name="Isosceles Triangle 65"/>
          <p:cNvSpPr/>
          <p:nvPr/>
        </p:nvSpPr>
        <p:spPr>
          <a:xfrm>
            <a:off x="14927347" y="5431707"/>
            <a:ext cx="2586924" cy="1876176"/>
          </a:xfrm>
          <a:prstGeom prst="triangl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4000" dirty="0" smtClean="0"/>
              <a:t>BST&gt;</a:t>
            </a:r>
            <a:endParaRPr lang="en-US" sz="4000" dirty="0"/>
          </a:p>
        </p:txBody>
      </p:sp>
      <p:cxnSp>
        <p:nvCxnSpPr>
          <p:cNvPr id="6" name="Straight Arrow Connector 5"/>
          <p:cNvCxnSpPr>
            <a:stCxn id="2" idx="3"/>
            <a:endCxn id="3" idx="0"/>
          </p:cNvCxnSpPr>
          <p:nvPr/>
        </p:nvCxnSpPr>
        <p:spPr>
          <a:xfrm flipH="1">
            <a:off x="12893054" y="2748266"/>
            <a:ext cx="958812" cy="26834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69"/>
          <p:cNvCxnSpPr>
            <a:stCxn id="2" idx="5"/>
            <a:endCxn id="66" idx="0"/>
          </p:cNvCxnSpPr>
          <p:nvPr/>
        </p:nvCxnSpPr>
        <p:spPr>
          <a:xfrm>
            <a:off x="14978480" y="2748266"/>
            <a:ext cx="1242329" cy="2683441"/>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6602" y="2388593"/>
            <a:ext cx="16500000" cy="1143000"/>
          </a:xfrm>
        </p:spPr>
        <p:txBody>
          <a:bodyPr>
            <a:normAutofit fontScale="90000"/>
          </a:bodyPr>
          <a:lstStyle/>
          <a:p>
            <a:r>
              <a:rPr lang="en-US" dirty="0" smtClean="0"/>
              <a:t>BST</a:t>
            </a:r>
            <a:endParaRPr lang="en-US" dirty="0"/>
          </a:p>
        </p:txBody>
      </p:sp>
      <p:pic>
        <p:nvPicPr>
          <p:cNvPr id="4" name="Picture 3"/>
          <p:cNvPicPr>
            <a:picLocks noChangeAspect="1"/>
          </p:cNvPicPr>
          <p:nvPr/>
        </p:nvPicPr>
        <p:blipFill>
          <a:blip r:embed="rId2"/>
          <a:stretch>
            <a:fillRect/>
          </a:stretch>
        </p:blipFill>
        <p:spPr>
          <a:xfrm>
            <a:off x="0" y="3780975"/>
            <a:ext cx="18011775" cy="5438775"/>
          </a:xfrm>
          <a:prstGeom prst="rect">
            <a:avLst/>
          </a:prstGeom>
        </p:spPr>
      </p:pic>
    </p:spTree>
    <p:extLst>
      <p:ext uri="{BB962C8B-B14F-4D97-AF65-F5344CB8AC3E}">
        <p14:creationId xmlns:p14="http://schemas.microsoft.com/office/powerpoint/2010/main" val="41187632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81817" y="3570611"/>
            <a:ext cx="5114925" cy="5076825"/>
          </a:xfrm>
          <a:prstGeom prst="rect">
            <a:avLst/>
          </a:prstGeom>
        </p:spPr>
      </p:pic>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4" name="Group 73"/>
          <p:cNvGrpSpPr/>
          <p:nvPr/>
        </p:nvGrpSpPr>
        <p:grpSpPr>
          <a:xfrm>
            <a:off x="1426483" y="4676657"/>
            <a:ext cx="15381027" cy="571062"/>
            <a:chOff x="2661312" y="2947916"/>
            <a:chExt cx="15381027" cy="614150"/>
          </a:xfrm>
        </p:grpSpPr>
        <p:sp>
          <p:nvSpPr>
            <p:cNvPr id="75" name="Rectangle 74"/>
            <p:cNvSpPr/>
            <p:nvPr/>
          </p:nvSpPr>
          <p:spPr>
            <a:xfrm>
              <a:off x="2661312" y="2947916"/>
              <a:ext cx="15381027" cy="6141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p:cNvSpPr txBox="1"/>
            <p:nvPr/>
          </p:nvSpPr>
          <p:spPr>
            <a:xfrm>
              <a:off x="6504850" y="3074853"/>
              <a:ext cx="10923346" cy="430299"/>
            </a:xfrm>
            <a:prstGeom prst="rect">
              <a:avLst/>
            </a:prstGeom>
            <a:solidFill>
              <a:schemeClr val="accent5">
                <a:lumMod val="9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b="1" dirty="0" smtClean="0"/>
                <a:t>Value to be store. It can be of any data type.</a:t>
              </a:r>
              <a:endParaRPr lang="en-US" sz="2000" b="1" dirty="0"/>
            </a:p>
          </p:txBody>
        </p:sp>
      </p:grpSp>
      <p:grpSp>
        <p:nvGrpSpPr>
          <p:cNvPr id="70" name="Group 69"/>
          <p:cNvGrpSpPr/>
          <p:nvPr/>
        </p:nvGrpSpPr>
        <p:grpSpPr>
          <a:xfrm>
            <a:off x="1321244" y="6163610"/>
            <a:ext cx="15381027" cy="1337616"/>
            <a:chOff x="2661312" y="2947916"/>
            <a:chExt cx="15381027" cy="614150"/>
          </a:xfrm>
        </p:grpSpPr>
        <p:sp>
          <p:nvSpPr>
            <p:cNvPr id="71" name="Rectangle 70"/>
            <p:cNvSpPr/>
            <p:nvPr/>
          </p:nvSpPr>
          <p:spPr>
            <a:xfrm>
              <a:off x="2661312" y="2947916"/>
              <a:ext cx="15381027" cy="61415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p:cNvSpPr txBox="1"/>
            <p:nvPr/>
          </p:nvSpPr>
          <p:spPr>
            <a:xfrm>
              <a:off x="6610088" y="3044744"/>
              <a:ext cx="10818107" cy="183706"/>
            </a:xfrm>
            <a:prstGeom prst="rect">
              <a:avLst/>
            </a:prstGeom>
            <a:solidFill>
              <a:schemeClr val="accent5">
                <a:lumMod val="90000"/>
              </a:schemeClr>
            </a:solidFill>
            <a:ln/>
          </p:spPr>
          <p:style>
            <a:lnRef idx="2">
              <a:schemeClr val="dk1"/>
            </a:lnRef>
            <a:fillRef idx="1">
              <a:schemeClr val="lt1"/>
            </a:fillRef>
            <a:effectRef idx="0">
              <a:schemeClr val="dk1"/>
            </a:effectRef>
            <a:fontRef idx="minor">
              <a:schemeClr val="dk1"/>
            </a:fontRef>
          </p:style>
          <p:txBody>
            <a:bodyPr wrap="square" rtlCol="0">
              <a:spAutoFit/>
            </a:bodyPr>
            <a:lstStyle/>
            <a:p>
              <a:r>
                <a:rPr lang="en-US" sz="2000" dirty="0" smtClean="0"/>
                <a:t>These will be used to store the node address of the </a:t>
              </a:r>
              <a:r>
                <a:rPr lang="en-US" sz="2000" dirty="0" err="1" smtClean="0"/>
                <a:t>subtress</a:t>
              </a:r>
              <a:r>
                <a:rPr lang="en-US" sz="2000" dirty="0" smtClean="0"/>
                <a:t>.</a:t>
              </a:r>
              <a:endParaRPr lang="en-US" sz="2000" b="1" dirty="0"/>
            </a:p>
          </p:txBody>
        </p:sp>
      </p:grpSp>
    </p:spTree>
    <p:extLst>
      <p:ext uri="{BB962C8B-B14F-4D97-AF65-F5344CB8AC3E}">
        <p14:creationId xmlns:p14="http://schemas.microsoft.com/office/powerpoint/2010/main" val="17151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4"/>
                                        </p:tgtEl>
                                        <p:attrNameLst>
                                          <p:attrName>style.visibility</p:attrName>
                                        </p:attrNameLst>
                                      </p:cBhvr>
                                      <p:to>
                                        <p:strVal val="visible"/>
                                      </p:to>
                                    </p:set>
                                    <p:animEffect transition="in" filter="fade">
                                      <p:cBhvr>
                                        <p:cTn id="7" dur="1000"/>
                                        <p:tgtEl>
                                          <p:spTgt spid="74"/>
                                        </p:tgtEl>
                                      </p:cBhvr>
                                    </p:animEffect>
                                    <p:anim calcmode="lin" valueType="num">
                                      <p:cBhvr>
                                        <p:cTn id="8" dur="1000" fill="hold"/>
                                        <p:tgtEl>
                                          <p:spTgt spid="74"/>
                                        </p:tgtEl>
                                        <p:attrNameLst>
                                          <p:attrName>ppt_x</p:attrName>
                                        </p:attrNameLst>
                                      </p:cBhvr>
                                      <p:tavLst>
                                        <p:tav tm="0">
                                          <p:val>
                                            <p:strVal val="#ppt_x"/>
                                          </p:val>
                                        </p:tav>
                                        <p:tav tm="100000">
                                          <p:val>
                                            <p:strVal val="#ppt_x"/>
                                          </p:val>
                                        </p:tav>
                                      </p:tavLst>
                                    </p:anim>
                                    <p:anim calcmode="lin" valueType="num">
                                      <p:cBhvr>
                                        <p:cTn id="9" dur="1000" fill="hold"/>
                                        <p:tgtEl>
                                          <p:spTgt spid="7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0"/>
                                        </p:tgtEl>
                                        <p:attrNameLst>
                                          <p:attrName>style.visibility</p:attrName>
                                        </p:attrNameLst>
                                      </p:cBhvr>
                                      <p:to>
                                        <p:strVal val="visible"/>
                                      </p:to>
                                    </p:set>
                                    <p:animEffect transition="in" filter="fade">
                                      <p:cBhvr>
                                        <p:cTn id="14" dur="1000"/>
                                        <p:tgtEl>
                                          <p:spTgt spid="70"/>
                                        </p:tgtEl>
                                      </p:cBhvr>
                                    </p:animEffect>
                                    <p:anim calcmode="lin" valueType="num">
                                      <p:cBhvr>
                                        <p:cTn id="15" dur="1000" fill="hold"/>
                                        <p:tgtEl>
                                          <p:spTgt spid="70"/>
                                        </p:tgtEl>
                                        <p:attrNameLst>
                                          <p:attrName>ppt_x</p:attrName>
                                        </p:attrNameLst>
                                      </p:cBhvr>
                                      <p:tavLst>
                                        <p:tav tm="0">
                                          <p:val>
                                            <p:strVal val="#ppt_x"/>
                                          </p:val>
                                        </p:tav>
                                        <p:tav tm="100000">
                                          <p:val>
                                            <p:strVal val="#ppt_x"/>
                                          </p:val>
                                        </p:tav>
                                      </p:tavLst>
                                    </p:anim>
                                    <p:anim calcmode="lin" valueType="num">
                                      <p:cBhvr>
                                        <p:cTn id="16" dur="1000" fill="hold"/>
                                        <p:tgtEl>
                                          <p:spTgt spid="7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3" name="Picture 2"/>
          <p:cNvPicPr>
            <a:picLocks noChangeAspect="1"/>
          </p:cNvPicPr>
          <p:nvPr/>
        </p:nvPicPr>
        <p:blipFill>
          <a:blip r:embed="rId3"/>
          <a:stretch>
            <a:fillRect/>
          </a:stretch>
        </p:blipFill>
        <p:spPr>
          <a:xfrm>
            <a:off x="683159" y="2295525"/>
            <a:ext cx="10277475" cy="5695950"/>
          </a:xfrm>
          <a:prstGeom prst="rect">
            <a:avLst/>
          </a:prstGeom>
        </p:spPr>
      </p:pic>
    </p:spTree>
    <p:extLst>
      <p:ext uri="{BB962C8B-B14F-4D97-AF65-F5344CB8AC3E}">
        <p14:creationId xmlns:p14="http://schemas.microsoft.com/office/powerpoint/2010/main" val="311414214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4" name="Picture 3"/>
          <p:cNvPicPr>
            <a:picLocks noChangeAspect="1"/>
          </p:cNvPicPr>
          <p:nvPr/>
        </p:nvPicPr>
        <p:blipFill>
          <a:blip r:embed="rId3"/>
          <a:stretch>
            <a:fillRect/>
          </a:stretch>
        </p:blipFill>
        <p:spPr>
          <a:xfrm>
            <a:off x="715217" y="2629332"/>
            <a:ext cx="9163050" cy="4086225"/>
          </a:xfrm>
          <a:prstGeom prst="rect">
            <a:avLst/>
          </a:prstGeom>
        </p:spPr>
      </p:pic>
    </p:spTree>
    <p:extLst>
      <p:ext uri="{BB962C8B-B14F-4D97-AF65-F5344CB8AC3E}">
        <p14:creationId xmlns:p14="http://schemas.microsoft.com/office/powerpoint/2010/main" val="85662250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2" name="Picture 1"/>
          <p:cNvPicPr>
            <a:picLocks noChangeAspect="1"/>
          </p:cNvPicPr>
          <p:nvPr/>
        </p:nvPicPr>
        <p:blipFill>
          <a:blip r:embed="rId3"/>
          <a:stretch>
            <a:fillRect/>
          </a:stretch>
        </p:blipFill>
        <p:spPr>
          <a:xfrm>
            <a:off x="753561" y="2834121"/>
            <a:ext cx="11029950" cy="5200650"/>
          </a:xfrm>
          <a:prstGeom prst="rect">
            <a:avLst/>
          </a:prstGeom>
        </p:spPr>
      </p:pic>
    </p:spTree>
    <p:extLst>
      <p:ext uri="{BB962C8B-B14F-4D97-AF65-F5344CB8AC3E}">
        <p14:creationId xmlns:p14="http://schemas.microsoft.com/office/powerpoint/2010/main" val="398540893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3" name="Picture 2"/>
          <p:cNvPicPr>
            <a:picLocks noChangeAspect="1"/>
          </p:cNvPicPr>
          <p:nvPr/>
        </p:nvPicPr>
        <p:blipFill>
          <a:blip r:embed="rId3"/>
          <a:stretch>
            <a:fillRect/>
          </a:stretch>
        </p:blipFill>
        <p:spPr>
          <a:xfrm>
            <a:off x="1020017" y="2147455"/>
            <a:ext cx="8553450" cy="7543800"/>
          </a:xfrm>
          <a:prstGeom prst="rect">
            <a:avLst/>
          </a:prstGeom>
        </p:spPr>
      </p:pic>
    </p:spTree>
    <p:extLst>
      <p:ext uri="{BB962C8B-B14F-4D97-AF65-F5344CB8AC3E}">
        <p14:creationId xmlns:p14="http://schemas.microsoft.com/office/powerpoint/2010/main" val="127607518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15"/>
          <p:cNvSpPr txBox="1"/>
          <p:nvPr/>
        </p:nvSpPr>
        <p:spPr>
          <a:xfrm>
            <a:off x="6999519" y="407344"/>
            <a:ext cx="4584977" cy="1015663"/>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None/>
            </a:pPr>
            <a:r>
              <a:rPr lang="en-US" sz="6600" dirty="0" smtClean="0">
                <a:solidFill>
                  <a:srgbClr val="393A3F"/>
                </a:solidFill>
                <a:latin typeface="Anton"/>
                <a:sym typeface="Anton"/>
              </a:rPr>
              <a:t>BST</a:t>
            </a:r>
            <a:endParaRPr sz="900" dirty="0"/>
          </a:p>
        </p:txBody>
      </p:sp>
      <p:grpSp>
        <p:nvGrpSpPr>
          <p:cNvPr id="764" name="Google Shape;764;p15"/>
          <p:cNvGrpSpPr/>
          <p:nvPr/>
        </p:nvGrpSpPr>
        <p:grpSpPr>
          <a:xfrm>
            <a:off x="417483" y="242356"/>
            <a:ext cx="5851053" cy="1309820"/>
            <a:chOff x="0" y="-241100"/>
            <a:chExt cx="7801404" cy="1746426"/>
          </a:xfrm>
        </p:grpSpPr>
        <p:grpSp>
          <p:nvGrpSpPr>
            <p:cNvPr id="765" name="Google Shape;765;p15"/>
            <p:cNvGrpSpPr/>
            <p:nvPr/>
          </p:nvGrpSpPr>
          <p:grpSpPr>
            <a:xfrm>
              <a:off x="0" y="-241100"/>
              <a:ext cx="2173363" cy="520366"/>
              <a:chOff x="0" y="-47625"/>
              <a:chExt cx="429306" cy="102789"/>
            </a:xfrm>
          </p:grpSpPr>
          <p:sp>
            <p:nvSpPr>
              <p:cNvPr id="766" name="Google Shape;766;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68" name="Google Shape;768;p15"/>
            <p:cNvGrpSpPr/>
            <p:nvPr/>
          </p:nvGrpSpPr>
          <p:grpSpPr>
            <a:xfrm>
              <a:off x="2571714" y="-241100"/>
              <a:ext cx="2173363" cy="520366"/>
              <a:chOff x="0" y="-47625"/>
              <a:chExt cx="429306" cy="102789"/>
            </a:xfrm>
          </p:grpSpPr>
          <p:sp>
            <p:nvSpPr>
              <p:cNvPr id="769" name="Google Shape;769;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1" name="Google Shape;771;p15"/>
            <p:cNvGrpSpPr/>
            <p:nvPr/>
          </p:nvGrpSpPr>
          <p:grpSpPr>
            <a:xfrm>
              <a:off x="1345333" y="575063"/>
              <a:ext cx="2173363" cy="520366"/>
              <a:chOff x="0" y="-47625"/>
              <a:chExt cx="429306" cy="102789"/>
            </a:xfrm>
          </p:grpSpPr>
          <p:sp>
            <p:nvSpPr>
              <p:cNvPr id="772" name="Google Shape;772;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4" name="Google Shape;774;p15"/>
            <p:cNvGrpSpPr/>
            <p:nvPr/>
          </p:nvGrpSpPr>
          <p:grpSpPr>
            <a:xfrm>
              <a:off x="3658396" y="563641"/>
              <a:ext cx="2173363" cy="520366"/>
              <a:chOff x="0" y="-47625"/>
              <a:chExt cx="429306" cy="102789"/>
            </a:xfrm>
          </p:grpSpPr>
          <p:sp>
            <p:nvSpPr>
              <p:cNvPr id="775" name="Google Shape;775;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77" name="Google Shape;777;p15"/>
            <p:cNvGrpSpPr/>
            <p:nvPr/>
          </p:nvGrpSpPr>
          <p:grpSpPr>
            <a:xfrm>
              <a:off x="5314643" y="-241100"/>
              <a:ext cx="1191036" cy="520366"/>
              <a:chOff x="0" y="-47625"/>
              <a:chExt cx="235266" cy="102789"/>
            </a:xfrm>
          </p:grpSpPr>
          <p:sp>
            <p:nvSpPr>
              <p:cNvPr id="778" name="Google Shape;778;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0" name="Google Shape;780;p15"/>
            <p:cNvGrpSpPr/>
            <p:nvPr/>
          </p:nvGrpSpPr>
          <p:grpSpPr>
            <a:xfrm>
              <a:off x="6610368" y="563641"/>
              <a:ext cx="1191036" cy="520366"/>
              <a:chOff x="0" y="-47625"/>
              <a:chExt cx="235266" cy="102789"/>
            </a:xfrm>
          </p:grpSpPr>
          <p:sp>
            <p:nvSpPr>
              <p:cNvPr id="781" name="Google Shape;781;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3" name="Google Shape;783;p15"/>
            <p:cNvGrpSpPr/>
            <p:nvPr/>
          </p:nvGrpSpPr>
          <p:grpSpPr>
            <a:xfrm>
              <a:off x="0" y="586483"/>
              <a:ext cx="1202459" cy="497523"/>
              <a:chOff x="0" y="-47625"/>
              <a:chExt cx="237523" cy="98276"/>
            </a:xfrm>
          </p:grpSpPr>
          <p:sp>
            <p:nvSpPr>
              <p:cNvPr id="784" name="Google Shape;784;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6" name="Google Shape;786;p15"/>
            <p:cNvGrpSpPr/>
            <p:nvPr/>
          </p:nvGrpSpPr>
          <p:grpSpPr>
            <a:xfrm>
              <a:off x="0" y="165166"/>
              <a:ext cx="4377449" cy="520366"/>
              <a:chOff x="0" y="-47625"/>
              <a:chExt cx="864681" cy="102789"/>
            </a:xfrm>
          </p:grpSpPr>
          <p:sp>
            <p:nvSpPr>
              <p:cNvPr id="787" name="Google Shape;787;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89" name="Google Shape;789;p15"/>
            <p:cNvGrpSpPr/>
            <p:nvPr/>
          </p:nvGrpSpPr>
          <p:grpSpPr>
            <a:xfrm>
              <a:off x="0" y="984960"/>
              <a:ext cx="4377449" cy="520366"/>
              <a:chOff x="0" y="-47625"/>
              <a:chExt cx="864681" cy="102789"/>
            </a:xfrm>
          </p:grpSpPr>
          <p:sp>
            <p:nvSpPr>
              <p:cNvPr id="790" name="Google Shape;790;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792" name="Google Shape;792;p15"/>
          <p:cNvGrpSpPr/>
          <p:nvPr/>
        </p:nvGrpSpPr>
        <p:grpSpPr>
          <a:xfrm>
            <a:off x="11860217" y="242356"/>
            <a:ext cx="5851054" cy="1309820"/>
            <a:chOff x="0" y="0"/>
            <a:chExt cx="7801405" cy="1746426"/>
          </a:xfrm>
        </p:grpSpPr>
        <p:grpSp>
          <p:nvGrpSpPr>
            <p:cNvPr id="793" name="Google Shape;793;p15"/>
            <p:cNvGrpSpPr/>
            <p:nvPr/>
          </p:nvGrpSpPr>
          <p:grpSpPr>
            <a:xfrm rot="10800000">
              <a:off x="5628042" y="1226060"/>
              <a:ext cx="2173363" cy="520366"/>
              <a:chOff x="0" y="-47625"/>
              <a:chExt cx="429306" cy="102789"/>
            </a:xfrm>
          </p:grpSpPr>
          <p:sp>
            <p:nvSpPr>
              <p:cNvPr id="794" name="Google Shape;794;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6" name="Google Shape;796;p15"/>
            <p:cNvGrpSpPr/>
            <p:nvPr/>
          </p:nvGrpSpPr>
          <p:grpSpPr>
            <a:xfrm rot="10800000">
              <a:off x="3056328" y="1226060"/>
              <a:ext cx="2173363" cy="520366"/>
              <a:chOff x="0" y="-47625"/>
              <a:chExt cx="429306" cy="102789"/>
            </a:xfrm>
          </p:grpSpPr>
          <p:sp>
            <p:nvSpPr>
              <p:cNvPr id="797" name="Google Shape;797;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799" name="Google Shape;799;p15"/>
            <p:cNvGrpSpPr/>
            <p:nvPr/>
          </p:nvGrpSpPr>
          <p:grpSpPr>
            <a:xfrm rot="10800000">
              <a:off x="4282709" y="409897"/>
              <a:ext cx="2173363" cy="520366"/>
              <a:chOff x="0" y="-47625"/>
              <a:chExt cx="429306" cy="102789"/>
            </a:xfrm>
          </p:grpSpPr>
          <p:sp>
            <p:nvSpPr>
              <p:cNvPr id="800" name="Google Shape;800;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2" name="Google Shape;802;p15"/>
            <p:cNvGrpSpPr/>
            <p:nvPr/>
          </p:nvGrpSpPr>
          <p:grpSpPr>
            <a:xfrm rot="10800000">
              <a:off x="1969647" y="421320"/>
              <a:ext cx="2173363" cy="520366"/>
              <a:chOff x="0" y="-47625"/>
              <a:chExt cx="429306" cy="102789"/>
            </a:xfrm>
          </p:grpSpPr>
          <p:sp>
            <p:nvSpPr>
              <p:cNvPr id="803" name="Google Shape;803;p15"/>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5"/>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5" name="Google Shape;805;p15"/>
            <p:cNvGrpSpPr/>
            <p:nvPr/>
          </p:nvGrpSpPr>
          <p:grpSpPr>
            <a:xfrm rot="10800000">
              <a:off x="1295725" y="1226060"/>
              <a:ext cx="1191036" cy="520366"/>
              <a:chOff x="0" y="-47625"/>
              <a:chExt cx="235266" cy="102789"/>
            </a:xfrm>
          </p:grpSpPr>
          <p:sp>
            <p:nvSpPr>
              <p:cNvPr id="806" name="Google Shape;806;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08" name="Google Shape;808;p15"/>
            <p:cNvGrpSpPr/>
            <p:nvPr/>
          </p:nvGrpSpPr>
          <p:grpSpPr>
            <a:xfrm rot="10800000">
              <a:off x="0" y="421320"/>
              <a:ext cx="1191036" cy="520366"/>
              <a:chOff x="0" y="-47625"/>
              <a:chExt cx="235266" cy="102789"/>
            </a:xfrm>
          </p:grpSpPr>
          <p:sp>
            <p:nvSpPr>
              <p:cNvPr id="809" name="Google Shape;809;p15"/>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15"/>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1" name="Google Shape;811;p15"/>
            <p:cNvGrpSpPr/>
            <p:nvPr/>
          </p:nvGrpSpPr>
          <p:grpSpPr>
            <a:xfrm rot="10800000">
              <a:off x="6598946" y="421320"/>
              <a:ext cx="1202459" cy="497523"/>
              <a:chOff x="0" y="-47625"/>
              <a:chExt cx="237523" cy="98276"/>
            </a:xfrm>
          </p:grpSpPr>
          <p:sp>
            <p:nvSpPr>
              <p:cNvPr id="812" name="Google Shape;812;p15"/>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5"/>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4" name="Google Shape;814;p15"/>
            <p:cNvGrpSpPr/>
            <p:nvPr/>
          </p:nvGrpSpPr>
          <p:grpSpPr>
            <a:xfrm rot="10800000">
              <a:off x="3423955" y="819795"/>
              <a:ext cx="4377449" cy="520366"/>
              <a:chOff x="0" y="-47625"/>
              <a:chExt cx="864681" cy="102789"/>
            </a:xfrm>
          </p:grpSpPr>
          <p:sp>
            <p:nvSpPr>
              <p:cNvPr id="815" name="Google Shape;815;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816;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817" name="Google Shape;817;p15"/>
            <p:cNvGrpSpPr/>
            <p:nvPr/>
          </p:nvGrpSpPr>
          <p:grpSpPr>
            <a:xfrm rot="10800000">
              <a:off x="3423955" y="0"/>
              <a:ext cx="4377449" cy="520366"/>
              <a:chOff x="0" y="-47625"/>
              <a:chExt cx="864681" cy="102789"/>
            </a:xfrm>
          </p:grpSpPr>
          <p:sp>
            <p:nvSpPr>
              <p:cNvPr id="818" name="Google Shape;818;p15"/>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5"/>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2" name="Picture 1"/>
          <p:cNvPicPr>
            <a:picLocks noChangeAspect="1"/>
          </p:cNvPicPr>
          <p:nvPr/>
        </p:nvPicPr>
        <p:blipFill>
          <a:blip r:embed="rId3"/>
          <a:stretch>
            <a:fillRect/>
          </a:stretch>
        </p:blipFill>
        <p:spPr>
          <a:xfrm>
            <a:off x="417483" y="2493818"/>
            <a:ext cx="8705850" cy="6629400"/>
          </a:xfrm>
          <a:prstGeom prst="rect">
            <a:avLst/>
          </a:prstGeom>
        </p:spPr>
      </p:pic>
    </p:spTree>
    <p:extLst>
      <p:ext uri="{BB962C8B-B14F-4D97-AF65-F5344CB8AC3E}">
        <p14:creationId xmlns:p14="http://schemas.microsoft.com/office/powerpoint/2010/main" val="32135023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EF8"/>
        </a:solidFill>
        <a:effectLst/>
      </p:bgPr>
    </p:bg>
    <p:spTree>
      <p:nvGrpSpPr>
        <p:cNvPr id="1" name="Shape 1689"/>
        <p:cNvGrpSpPr/>
        <p:nvPr/>
      </p:nvGrpSpPr>
      <p:grpSpPr>
        <a:xfrm>
          <a:off x="0" y="0"/>
          <a:ext cx="0" cy="0"/>
          <a:chOff x="0" y="0"/>
          <a:chExt cx="0" cy="0"/>
        </a:xfrm>
      </p:grpSpPr>
      <p:sp>
        <p:nvSpPr>
          <p:cNvPr id="1690" name="Google Shape;1690;p27"/>
          <p:cNvSpPr/>
          <p:nvPr/>
        </p:nvSpPr>
        <p:spPr>
          <a:xfrm>
            <a:off x="13785666" y="4174220"/>
            <a:ext cx="836443" cy="1333460"/>
          </a:xfrm>
          <a:custGeom>
            <a:avLst/>
            <a:gdLst/>
            <a:ahLst/>
            <a:cxnLst/>
            <a:rect l="l" t="t" r="r" b="b"/>
            <a:pathLst>
              <a:path w="836443" h="1333460" extrusionOk="0">
                <a:moveTo>
                  <a:pt x="0" y="0"/>
                </a:moveTo>
                <a:lnTo>
                  <a:pt x="836443" y="0"/>
                </a:lnTo>
                <a:lnTo>
                  <a:pt x="836443" y="1333460"/>
                </a:lnTo>
                <a:lnTo>
                  <a:pt x="0" y="1333460"/>
                </a:lnTo>
                <a:lnTo>
                  <a:pt x="0" y="0"/>
                </a:lnTo>
                <a:close/>
              </a:path>
            </a:pathLst>
          </a:custGeom>
          <a:blipFill rotWithShape="1">
            <a:blip r:embed="rId3">
              <a:alphaModFix/>
            </a:blip>
            <a:stretch>
              <a:fillRect/>
            </a:stretch>
          </a:blipFill>
          <a:ln>
            <a:noFill/>
          </a:ln>
        </p:spPr>
      </p:sp>
      <p:grpSp>
        <p:nvGrpSpPr>
          <p:cNvPr id="1691" name="Google Shape;1691;p27"/>
          <p:cNvGrpSpPr/>
          <p:nvPr/>
        </p:nvGrpSpPr>
        <p:grpSpPr>
          <a:xfrm rot="2821008">
            <a:off x="16959926" y="165868"/>
            <a:ext cx="1057412" cy="1194325"/>
            <a:chOff x="-95788" y="-89271"/>
            <a:chExt cx="1409883" cy="1592433"/>
          </a:xfrm>
        </p:grpSpPr>
        <p:grpSp>
          <p:nvGrpSpPr>
            <p:cNvPr id="1692" name="Google Shape;1692;p27"/>
            <p:cNvGrpSpPr/>
            <p:nvPr/>
          </p:nvGrpSpPr>
          <p:grpSpPr>
            <a:xfrm rot="-2821008">
              <a:off x="134749" y="283003"/>
              <a:ext cx="943438" cy="1040647"/>
              <a:chOff x="0" y="-47625"/>
              <a:chExt cx="343153" cy="378511"/>
            </a:xfrm>
          </p:grpSpPr>
          <p:sp>
            <p:nvSpPr>
              <p:cNvPr id="1693" name="Google Shape;1693;p2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2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95" name="Google Shape;1695;p27"/>
            <p:cNvGrpSpPr/>
            <p:nvPr/>
          </p:nvGrpSpPr>
          <p:grpSpPr>
            <a:xfrm rot="-2821008">
              <a:off x="140122" y="90242"/>
              <a:ext cx="943438" cy="1040647"/>
              <a:chOff x="0" y="-47625"/>
              <a:chExt cx="343153" cy="378511"/>
            </a:xfrm>
          </p:grpSpPr>
          <p:sp>
            <p:nvSpPr>
              <p:cNvPr id="1696" name="Google Shape;1696;p27"/>
              <p:cNvSpPr/>
              <p:nvPr/>
            </p:nvSpPr>
            <p:spPr>
              <a:xfrm>
                <a:off x="0" y="0"/>
                <a:ext cx="343153" cy="330886"/>
              </a:xfrm>
              <a:custGeom>
                <a:avLst/>
                <a:gdLst/>
                <a:ahLst/>
                <a:cxnLst/>
                <a:rect l="l" t="t" r="r" b="b"/>
                <a:pathLst>
                  <a:path w="343153" h="330886" extrusionOk="0">
                    <a:moveTo>
                      <a:pt x="165443" y="0"/>
                    </a:moveTo>
                    <a:lnTo>
                      <a:pt x="177710" y="0"/>
                    </a:lnTo>
                    <a:cubicBezTo>
                      <a:pt x="221589" y="0"/>
                      <a:pt x="263670" y="17431"/>
                      <a:pt x="294696" y="48457"/>
                    </a:cubicBezTo>
                    <a:cubicBezTo>
                      <a:pt x="325723" y="79484"/>
                      <a:pt x="343153" y="121565"/>
                      <a:pt x="343153" y="165443"/>
                    </a:cubicBezTo>
                    <a:lnTo>
                      <a:pt x="343153" y="165443"/>
                    </a:lnTo>
                    <a:cubicBezTo>
                      <a:pt x="343153" y="256814"/>
                      <a:pt x="269082" y="330886"/>
                      <a:pt x="177710" y="330886"/>
                    </a:cubicBezTo>
                    <a:lnTo>
                      <a:pt x="165443" y="330886"/>
                    </a:lnTo>
                    <a:cubicBezTo>
                      <a:pt x="74071" y="330886"/>
                      <a:pt x="0" y="256814"/>
                      <a:pt x="0" y="165443"/>
                    </a:cubicBezTo>
                    <a:lnTo>
                      <a:pt x="0" y="165443"/>
                    </a:lnTo>
                    <a:cubicBezTo>
                      <a:pt x="0" y="74071"/>
                      <a:pt x="74071" y="0"/>
                      <a:pt x="165443" y="0"/>
                    </a:cubicBezTo>
                    <a:close/>
                  </a:path>
                </a:pathLst>
              </a:custGeom>
              <a:solidFill>
                <a:srgbClr val="F683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27"/>
              <p:cNvSpPr txBox="1"/>
              <p:nvPr/>
            </p:nvSpPr>
            <p:spPr>
              <a:xfrm>
                <a:off x="0" y="-47625"/>
                <a:ext cx="343153" cy="378511"/>
              </a:xfrm>
              <a:prstGeom prst="rect">
                <a:avLst/>
              </a:prstGeom>
              <a:noFill/>
              <a:ln>
                <a:noFill/>
              </a:ln>
            </p:spPr>
            <p:txBody>
              <a:bodyPr spcFirstLastPara="1" wrap="square" lIns="117125" tIns="117125" rIns="117125" bIns="117125"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698" name="Google Shape;1698;p27"/>
            <p:cNvGrpSpPr/>
            <p:nvPr/>
          </p:nvGrpSpPr>
          <p:grpSpPr>
            <a:xfrm>
              <a:off x="625032" y="253446"/>
              <a:ext cx="69946" cy="699445"/>
              <a:chOff x="0" y="-47625"/>
              <a:chExt cx="31856" cy="318558"/>
            </a:xfrm>
          </p:grpSpPr>
          <p:sp>
            <p:nvSpPr>
              <p:cNvPr id="1699" name="Google Shape;1699;p27"/>
              <p:cNvSpPr/>
              <p:nvPr/>
            </p:nvSpPr>
            <p:spPr>
              <a:xfrm>
                <a:off x="0" y="0"/>
                <a:ext cx="31856" cy="270933"/>
              </a:xfrm>
              <a:custGeom>
                <a:avLst/>
                <a:gdLst/>
                <a:ahLst/>
                <a:cxnLst/>
                <a:rect l="l" t="t" r="r" b="b"/>
                <a:pathLst>
                  <a:path w="31856" h="270933" extrusionOk="0">
                    <a:moveTo>
                      <a:pt x="15928" y="0"/>
                    </a:moveTo>
                    <a:lnTo>
                      <a:pt x="15928" y="0"/>
                    </a:lnTo>
                    <a:cubicBezTo>
                      <a:pt x="20153" y="0"/>
                      <a:pt x="24204" y="1678"/>
                      <a:pt x="27191" y="4665"/>
                    </a:cubicBezTo>
                    <a:cubicBezTo>
                      <a:pt x="30178" y="7652"/>
                      <a:pt x="31856" y="11704"/>
                      <a:pt x="31856" y="15928"/>
                    </a:cubicBezTo>
                    <a:lnTo>
                      <a:pt x="31856" y="255005"/>
                    </a:lnTo>
                    <a:cubicBezTo>
                      <a:pt x="31856" y="259230"/>
                      <a:pt x="30178" y="263281"/>
                      <a:pt x="27191" y="266268"/>
                    </a:cubicBezTo>
                    <a:cubicBezTo>
                      <a:pt x="24204" y="269255"/>
                      <a:pt x="20153" y="270933"/>
                      <a:pt x="15928" y="270933"/>
                    </a:cubicBezTo>
                    <a:lnTo>
                      <a:pt x="15928" y="270933"/>
                    </a:lnTo>
                    <a:cubicBezTo>
                      <a:pt x="7131" y="270933"/>
                      <a:pt x="0" y="263802"/>
                      <a:pt x="0" y="255005"/>
                    </a:cubicBezTo>
                    <a:lnTo>
                      <a:pt x="0" y="15928"/>
                    </a:lnTo>
                    <a:cubicBezTo>
                      <a:pt x="0" y="7131"/>
                      <a:pt x="7131" y="0"/>
                      <a:pt x="15928"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27"/>
              <p:cNvSpPr txBox="1"/>
              <p:nvPr/>
            </p:nvSpPr>
            <p:spPr>
              <a:xfrm>
                <a:off x="0" y="-47625"/>
                <a:ext cx="31856"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1" name="Google Shape;1701;p27"/>
            <p:cNvGrpSpPr/>
            <p:nvPr/>
          </p:nvGrpSpPr>
          <p:grpSpPr>
            <a:xfrm rot="5400000">
              <a:off x="676029" y="305730"/>
              <a:ext cx="72519" cy="699445"/>
              <a:chOff x="0" y="-47625"/>
              <a:chExt cx="33028" cy="318558"/>
            </a:xfrm>
          </p:grpSpPr>
          <p:sp>
            <p:nvSpPr>
              <p:cNvPr id="1702" name="Google Shape;1702;p27"/>
              <p:cNvSpPr/>
              <p:nvPr/>
            </p:nvSpPr>
            <p:spPr>
              <a:xfrm>
                <a:off x="0" y="0"/>
                <a:ext cx="33028" cy="270933"/>
              </a:xfrm>
              <a:custGeom>
                <a:avLst/>
                <a:gdLst/>
                <a:ahLst/>
                <a:cxnLst/>
                <a:rect l="l" t="t" r="r" b="b"/>
                <a:pathLst>
                  <a:path w="33028" h="270933" extrusionOk="0">
                    <a:moveTo>
                      <a:pt x="16514" y="0"/>
                    </a:moveTo>
                    <a:lnTo>
                      <a:pt x="16514" y="0"/>
                    </a:lnTo>
                    <a:cubicBezTo>
                      <a:pt x="25635" y="0"/>
                      <a:pt x="33028" y="7394"/>
                      <a:pt x="33028" y="16514"/>
                    </a:cubicBezTo>
                    <a:lnTo>
                      <a:pt x="33028" y="254419"/>
                    </a:lnTo>
                    <a:cubicBezTo>
                      <a:pt x="33028" y="258799"/>
                      <a:pt x="31288" y="262999"/>
                      <a:pt x="28191" y="266096"/>
                    </a:cubicBezTo>
                    <a:cubicBezTo>
                      <a:pt x="25094" y="269193"/>
                      <a:pt x="20894" y="270933"/>
                      <a:pt x="16514" y="270933"/>
                    </a:cubicBezTo>
                    <a:lnTo>
                      <a:pt x="16514" y="270933"/>
                    </a:lnTo>
                    <a:cubicBezTo>
                      <a:pt x="7394" y="270933"/>
                      <a:pt x="0" y="263540"/>
                      <a:pt x="0" y="254419"/>
                    </a:cubicBezTo>
                    <a:lnTo>
                      <a:pt x="0" y="16514"/>
                    </a:lnTo>
                    <a:cubicBezTo>
                      <a:pt x="0" y="12134"/>
                      <a:pt x="1740" y="7934"/>
                      <a:pt x="4837" y="4837"/>
                    </a:cubicBezTo>
                    <a:cubicBezTo>
                      <a:pt x="7934" y="1740"/>
                      <a:pt x="12134" y="0"/>
                      <a:pt x="16514"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27"/>
              <p:cNvSpPr txBox="1"/>
              <p:nvPr/>
            </p:nvSpPr>
            <p:spPr>
              <a:xfrm>
                <a:off x="0" y="-47625"/>
                <a:ext cx="33028" cy="318558"/>
              </a:xfrm>
              <a:prstGeom prst="rect">
                <a:avLst/>
              </a:prstGeom>
              <a:noFill/>
              <a:ln>
                <a:noFill/>
              </a:ln>
            </p:spPr>
            <p:txBody>
              <a:bodyPr spcFirstLastPara="1" wrap="square" lIns="50800" tIns="50800" rIns="50800" bIns="50800" anchor="ctr" anchorCtr="0">
                <a:noAutofit/>
              </a:bodyPr>
              <a:lstStyle/>
              <a:p>
                <a:pPr marL="0" marR="0" lvl="0" indent="0" algn="ctr" rtl="0">
                  <a:lnSpc>
                    <a:spcPct val="186666"/>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sp>
        <p:nvSpPr>
          <p:cNvPr id="1704" name="Google Shape;1704;p27"/>
          <p:cNvSpPr txBox="1"/>
          <p:nvPr/>
        </p:nvSpPr>
        <p:spPr>
          <a:xfrm>
            <a:off x="1028700" y="726150"/>
            <a:ext cx="8789897" cy="190497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2500" b="0" i="0" u="none" strike="noStrike" cap="none">
                <a:solidFill>
                  <a:srgbClr val="393A3F"/>
                </a:solidFill>
                <a:latin typeface="Anton"/>
                <a:ea typeface="Anton"/>
                <a:cs typeface="Anton"/>
                <a:sym typeface="Anton"/>
              </a:rPr>
              <a:t>THANK YOU!</a:t>
            </a:r>
            <a:endParaRPr/>
          </a:p>
        </p:txBody>
      </p:sp>
      <p:grpSp>
        <p:nvGrpSpPr>
          <p:cNvPr id="1705" name="Google Shape;1705;p27"/>
          <p:cNvGrpSpPr/>
          <p:nvPr/>
        </p:nvGrpSpPr>
        <p:grpSpPr>
          <a:xfrm rot="10800000">
            <a:off x="8571723" y="933313"/>
            <a:ext cx="5851054" cy="1309820"/>
            <a:chOff x="0" y="0"/>
            <a:chExt cx="7801405" cy="1746426"/>
          </a:xfrm>
        </p:grpSpPr>
        <p:grpSp>
          <p:nvGrpSpPr>
            <p:cNvPr id="1706" name="Google Shape;1706;p27"/>
            <p:cNvGrpSpPr/>
            <p:nvPr/>
          </p:nvGrpSpPr>
          <p:grpSpPr>
            <a:xfrm rot="10800000">
              <a:off x="5628042" y="1226060"/>
              <a:ext cx="2173363" cy="520366"/>
              <a:chOff x="0" y="-47625"/>
              <a:chExt cx="429306" cy="102789"/>
            </a:xfrm>
          </p:grpSpPr>
          <p:sp>
            <p:nvSpPr>
              <p:cNvPr id="1707" name="Google Shape;1707;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09" name="Google Shape;1709;p27"/>
            <p:cNvGrpSpPr/>
            <p:nvPr/>
          </p:nvGrpSpPr>
          <p:grpSpPr>
            <a:xfrm rot="10800000">
              <a:off x="3056328" y="1226060"/>
              <a:ext cx="2173363" cy="520366"/>
              <a:chOff x="0" y="-47625"/>
              <a:chExt cx="429306" cy="102789"/>
            </a:xfrm>
          </p:grpSpPr>
          <p:sp>
            <p:nvSpPr>
              <p:cNvPr id="1710" name="Google Shape;1710;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2" name="Google Shape;1712;p27"/>
            <p:cNvGrpSpPr/>
            <p:nvPr/>
          </p:nvGrpSpPr>
          <p:grpSpPr>
            <a:xfrm rot="10800000">
              <a:off x="4282709" y="409897"/>
              <a:ext cx="2173363" cy="520366"/>
              <a:chOff x="0" y="-47625"/>
              <a:chExt cx="429306" cy="102789"/>
            </a:xfrm>
          </p:grpSpPr>
          <p:sp>
            <p:nvSpPr>
              <p:cNvPr id="1713" name="Google Shape;1713;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5" name="Google Shape;1715;p27"/>
            <p:cNvGrpSpPr/>
            <p:nvPr/>
          </p:nvGrpSpPr>
          <p:grpSpPr>
            <a:xfrm rot="10800000">
              <a:off x="1969647" y="421320"/>
              <a:ext cx="2173363" cy="520366"/>
              <a:chOff x="0" y="-47625"/>
              <a:chExt cx="429306" cy="102789"/>
            </a:xfrm>
          </p:grpSpPr>
          <p:sp>
            <p:nvSpPr>
              <p:cNvPr id="1716" name="Google Shape;1716;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18" name="Google Shape;1718;p27"/>
            <p:cNvGrpSpPr/>
            <p:nvPr/>
          </p:nvGrpSpPr>
          <p:grpSpPr>
            <a:xfrm rot="10800000">
              <a:off x="1295725" y="1226060"/>
              <a:ext cx="1191036" cy="520366"/>
              <a:chOff x="0" y="-47625"/>
              <a:chExt cx="235266" cy="102789"/>
            </a:xfrm>
          </p:grpSpPr>
          <p:sp>
            <p:nvSpPr>
              <p:cNvPr id="1719" name="Google Shape;1719;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1" name="Google Shape;1721;p27"/>
            <p:cNvGrpSpPr/>
            <p:nvPr/>
          </p:nvGrpSpPr>
          <p:grpSpPr>
            <a:xfrm rot="10800000">
              <a:off x="0" y="421320"/>
              <a:ext cx="1191036" cy="520366"/>
              <a:chOff x="0" y="-47625"/>
              <a:chExt cx="235266" cy="102789"/>
            </a:xfrm>
          </p:grpSpPr>
          <p:sp>
            <p:nvSpPr>
              <p:cNvPr id="1722" name="Google Shape;1722;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4" name="Google Shape;1724;p27"/>
            <p:cNvGrpSpPr/>
            <p:nvPr/>
          </p:nvGrpSpPr>
          <p:grpSpPr>
            <a:xfrm rot="10800000">
              <a:off x="6598946" y="421320"/>
              <a:ext cx="1202459" cy="497523"/>
              <a:chOff x="0" y="-47625"/>
              <a:chExt cx="237523" cy="98276"/>
            </a:xfrm>
          </p:grpSpPr>
          <p:sp>
            <p:nvSpPr>
              <p:cNvPr id="1725" name="Google Shape;1725;p2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2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27" name="Google Shape;1727;p27"/>
            <p:cNvGrpSpPr/>
            <p:nvPr/>
          </p:nvGrpSpPr>
          <p:grpSpPr>
            <a:xfrm rot="10800000">
              <a:off x="3423955" y="819795"/>
              <a:ext cx="4377449" cy="520366"/>
              <a:chOff x="0" y="-47625"/>
              <a:chExt cx="864681" cy="102789"/>
            </a:xfrm>
          </p:grpSpPr>
          <p:sp>
            <p:nvSpPr>
              <p:cNvPr id="1728" name="Google Shape;1728;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0" name="Google Shape;1730;p27"/>
            <p:cNvGrpSpPr/>
            <p:nvPr/>
          </p:nvGrpSpPr>
          <p:grpSpPr>
            <a:xfrm rot="10800000">
              <a:off x="3423955" y="0"/>
              <a:ext cx="4377449" cy="520366"/>
              <a:chOff x="0" y="-47625"/>
              <a:chExt cx="864681" cy="102789"/>
            </a:xfrm>
          </p:grpSpPr>
          <p:sp>
            <p:nvSpPr>
              <p:cNvPr id="1731" name="Google Shape;1731;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grpSp>
        <p:nvGrpSpPr>
          <p:cNvPr id="1733" name="Google Shape;1733;p27"/>
          <p:cNvGrpSpPr/>
          <p:nvPr/>
        </p:nvGrpSpPr>
        <p:grpSpPr>
          <a:xfrm rot="10800000">
            <a:off x="12023215" y="8251030"/>
            <a:ext cx="5851054" cy="1309820"/>
            <a:chOff x="0" y="0"/>
            <a:chExt cx="7801405" cy="1746426"/>
          </a:xfrm>
        </p:grpSpPr>
        <p:grpSp>
          <p:nvGrpSpPr>
            <p:cNvPr id="1734" name="Google Shape;1734;p27"/>
            <p:cNvGrpSpPr/>
            <p:nvPr/>
          </p:nvGrpSpPr>
          <p:grpSpPr>
            <a:xfrm rot="10800000">
              <a:off x="5628042" y="1226060"/>
              <a:ext cx="2173363" cy="520366"/>
              <a:chOff x="0" y="-47625"/>
              <a:chExt cx="429306" cy="102789"/>
            </a:xfrm>
          </p:grpSpPr>
          <p:sp>
            <p:nvSpPr>
              <p:cNvPr id="1735" name="Google Shape;1735;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37" name="Google Shape;1737;p27"/>
            <p:cNvGrpSpPr/>
            <p:nvPr/>
          </p:nvGrpSpPr>
          <p:grpSpPr>
            <a:xfrm rot="10800000">
              <a:off x="3056328" y="1226060"/>
              <a:ext cx="2173363" cy="520366"/>
              <a:chOff x="0" y="-47625"/>
              <a:chExt cx="429306" cy="102789"/>
            </a:xfrm>
          </p:grpSpPr>
          <p:sp>
            <p:nvSpPr>
              <p:cNvPr id="1738" name="Google Shape;1738;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0" name="Google Shape;1740;p27"/>
            <p:cNvGrpSpPr/>
            <p:nvPr/>
          </p:nvGrpSpPr>
          <p:grpSpPr>
            <a:xfrm rot="10800000">
              <a:off x="4282709" y="409897"/>
              <a:ext cx="2173363" cy="520366"/>
              <a:chOff x="0" y="-47625"/>
              <a:chExt cx="429306" cy="102789"/>
            </a:xfrm>
          </p:grpSpPr>
          <p:sp>
            <p:nvSpPr>
              <p:cNvPr id="1741" name="Google Shape;1741;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393A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3" name="Google Shape;1743;p27"/>
            <p:cNvGrpSpPr/>
            <p:nvPr/>
          </p:nvGrpSpPr>
          <p:grpSpPr>
            <a:xfrm rot="10800000">
              <a:off x="1969647" y="421320"/>
              <a:ext cx="2173363" cy="520366"/>
              <a:chOff x="0" y="-47625"/>
              <a:chExt cx="429306" cy="102789"/>
            </a:xfrm>
          </p:grpSpPr>
          <p:sp>
            <p:nvSpPr>
              <p:cNvPr id="1744" name="Google Shape;1744;p27"/>
              <p:cNvSpPr/>
              <p:nvPr/>
            </p:nvSpPr>
            <p:spPr>
              <a:xfrm>
                <a:off x="0" y="0"/>
                <a:ext cx="429306" cy="55164"/>
              </a:xfrm>
              <a:custGeom>
                <a:avLst/>
                <a:gdLst/>
                <a:ahLst/>
                <a:cxnLst/>
                <a:rect l="l" t="t" r="r" b="b"/>
                <a:pathLst>
                  <a:path w="429306" h="55164" extrusionOk="0">
                    <a:moveTo>
                      <a:pt x="27582" y="0"/>
                    </a:moveTo>
                    <a:lnTo>
                      <a:pt x="401724" y="0"/>
                    </a:lnTo>
                    <a:cubicBezTo>
                      <a:pt x="416957" y="0"/>
                      <a:pt x="429306" y="12349"/>
                      <a:pt x="429306" y="27582"/>
                    </a:cubicBezTo>
                    <a:lnTo>
                      <a:pt x="429306" y="27582"/>
                    </a:lnTo>
                    <a:cubicBezTo>
                      <a:pt x="429306" y="34897"/>
                      <a:pt x="426400" y="41912"/>
                      <a:pt x="421228" y="47085"/>
                    </a:cubicBezTo>
                    <a:cubicBezTo>
                      <a:pt x="416055" y="52258"/>
                      <a:pt x="409040" y="55164"/>
                      <a:pt x="401724" y="55164"/>
                    </a:cubicBezTo>
                    <a:lnTo>
                      <a:pt x="27582" y="55164"/>
                    </a:lnTo>
                    <a:cubicBezTo>
                      <a:pt x="12349" y="55164"/>
                      <a:pt x="0" y="42815"/>
                      <a:pt x="0" y="27582"/>
                    </a:cubicBezTo>
                    <a:lnTo>
                      <a:pt x="0" y="27582"/>
                    </a:lnTo>
                    <a:cubicBezTo>
                      <a:pt x="0" y="12349"/>
                      <a:pt x="12349" y="0"/>
                      <a:pt x="27582" y="0"/>
                    </a:cubicBezTo>
                    <a:close/>
                  </a:path>
                </a:pathLst>
              </a:custGeom>
              <a:solidFill>
                <a:srgbClr val="5EC9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27"/>
              <p:cNvSpPr txBox="1"/>
              <p:nvPr/>
            </p:nvSpPr>
            <p:spPr>
              <a:xfrm>
                <a:off x="0" y="-47625"/>
                <a:ext cx="42930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6" name="Google Shape;1746;p27"/>
            <p:cNvGrpSpPr/>
            <p:nvPr/>
          </p:nvGrpSpPr>
          <p:grpSpPr>
            <a:xfrm rot="10800000">
              <a:off x="1295725" y="1226060"/>
              <a:ext cx="1191036" cy="520366"/>
              <a:chOff x="0" y="-47625"/>
              <a:chExt cx="235266" cy="102789"/>
            </a:xfrm>
          </p:grpSpPr>
          <p:sp>
            <p:nvSpPr>
              <p:cNvPr id="1747" name="Google Shape;1747;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FF4F6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49" name="Google Shape;1749;p27"/>
            <p:cNvGrpSpPr/>
            <p:nvPr/>
          </p:nvGrpSpPr>
          <p:grpSpPr>
            <a:xfrm rot="10800000">
              <a:off x="0" y="421320"/>
              <a:ext cx="1191036" cy="520366"/>
              <a:chOff x="0" y="-47625"/>
              <a:chExt cx="235266" cy="102789"/>
            </a:xfrm>
          </p:grpSpPr>
          <p:sp>
            <p:nvSpPr>
              <p:cNvPr id="1750" name="Google Shape;1750;p27"/>
              <p:cNvSpPr/>
              <p:nvPr/>
            </p:nvSpPr>
            <p:spPr>
              <a:xfrm>
                <a:off x="0" y="0"/>
                <a:ext cx="235266" cy="55164"/>
              </a:xfrm>
              <a:custGeom>
                <a:avLst/>
                <a:gdLst/>
                <a:ahLst/>
                <a:cxnLst/>
                <a:rect l="l" t="t" r="r" b="b"/>
                <a:pathLst>
                  <a:path w="235266" h="55164" extrusionOk="0">
                    <a:moveTo>
                      <a:pt x="27582" y="0"/>
                    </a:moveTo>
                    <a:lnTo>
                      <a:pt x="207685" y="0"/>
                    </a:lnTo>
                    <a:cubicBezTo>
                      <a:pt x="215000" y="0"/>
                      <a:pt x="222015" y="2906"/>
                      <a:pt x="227188" y="8079"/>
                    </a:cubicBezTo>
                    <a:cubicBezTo>
                      <a:pt x="232361" y="13251"/>
                      <a:pt x="235266" y="20267"/>
                      <a:pt x="235266" y="27582"/>
                    </a:cubicBezTo>
                    <a:lnTo>
                      <a:pt x="235266" y="27582"/>
                    </a:lnTo>
                    <a:cubicBezTo>
                      <a:pt x="235266" y="42815"/>
                      <a:pt x="222918" y="55164"/>
                      <a:pt x="207685" y="55164"/>
                    </a:cubicBezTo>
                    <a:lnTo>
                      <a:pt x="27582" y="55164"/>
                    </a:lnTo>
                    <a:cubicBezTo>
                      <a:pt x="12349" y="55164"/>
                      <a:pt x="0" y="42815"/>
                      <a:pt x="0" y="27582"/>
                    </a:cubicBezTo>
                    <a:lnTo>
                      <a:pt x="0" y="27582"/>
                    </a:lnTo>
                    <a:cubicBezTo>
                      <a:pt x="0" y="12349"/>
                      <a:pt x="12349" y="0"/>
                      <a:pt x="27582" y="0"/>
                    </a:cubicBezTo>
                    <a:close/>
                  </a:path>
                </a:pathLst>
              </a:custGeom>
              <a:solidFill>
                <a:srgbClr val="A6A6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27"/>
              <p:cNvSpPr txBox="1"/>
              <p:nvPr/>
            </p:nvSpPr>
            <p:spPr>
              <a:xfrm>
                <a:off x="0" y="-47625"/>
                <a:ext cx="235266"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2" name="Google Shape;1752;p27"/>
            <p:cNvGrpSpPr/>
            <p:nvPr/>
          </p:nvGrpSpPr>
          <p:grpSpPr>
            <a:xfrm rot="10800000">
              <a:off x="6598946" y="421320"/>
              <a:ext cx="1202459" cy="497523"/>
              <a:chOff x="0" y="-47625"/>
              <a:chExt cx="237523" cy="98276"/>
            </a:xfrm>
          </p:grpSpPr>
          <p:sp>
            <p:nvSpPr>
              <p:cNvPr id="1753" name="Google Shape;1753;p27"/>
              <p:cNvSpPr/>
              <p:nvPr/>
            </p:nvSpPr>
            <p:spPr>
              <a:xfrm>
                <a:off x="0" y="0"/>
                <a:ext cx="237523" cy="50651"/>
              </a:xfrm>
              <a:custGeom>
                <a:avLst/>
                <a:gdLst/>
                <a:ahLst/>
                <a:cxnLst/>
                <a:rect l="l" t="t" r="r" b="b"/>
                <a:pathLst>
                  <a:path w="237523" h="50651" extrusionOk="0">
                    <a:moveTo>
                      <a:pt x="25326" y="0"/>
                    </a:moveTo>
                    <a:lnTo>
                      <a:pt x="212197" y="0"/>
                    </a:lnTo>
                    <a:cubicBezTo>
                      <a:pt x="226184" y="0"/>
                      <a:pt x="237523" y="11339"/>
                      <a:pt x="237523" y="25326"/>
                    </a:cubicBezTo>
                    <a:lnTo>
                      <a:pt x="237523" y="25326"/>
                    </a:lnTo>
                    <a:cubicBezTo>
                      <a:pt x="237523" y="39312"/>
                      <a:pt x="226184" y="50651"/>
                      <a:pt x="212197" y="50651"/>
                    </a:cubicBezTo>
                    <a:lnTo>
                      <a:pt x="25326" y="50651"/>
                    </a:lnTo>
                    <a:cubicBezTo>
                      <a:pt x="11339" y="50651"/>
                      <a:pt x="0" y="39312"/>
                      <a:pt x="0" y="25326"/>
                    </a:cubicBezTo>
                    <a:lnTo>
                      <a:pt x="0" y="25326"/>
                    </a:lnTo>
                    <a:cubicBezTo>
                      <a:pt x="0" y="11339"/>
                      <a:pt x="11339" y="0"/>
                      <a:pt x="25326"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27"/>
              <p:cNvSpPr txBox="1"/>
              <p:nvPr/>
            </p:nvSpPr>
            <p:spPr>
              <a:xfrm>
                <a:off x="0" y="-47625"/>
                <a:ext cx="237523" cy="98276"/>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5" name="Google Shape;1755;p27"/>
            <p:cNvGrpSpPr/>
            <p:nvPr/>
          </p:nvGrpSpPr>
          <p:grpSpPr>
            <a:xfrm rot="10800000">
              <a:off x="3423955" y="819795"/>
              <a:ext cx="4377449" cy="520366"/>
              <a:chOff x="0" y="-47625"/>
              <a:chExt cx="864681" cy="102789"/>
            </a:xfrm>
          </p:grpSpPr>
          <p:sp>
            <p:nvSpPr>
              <p:cNvPr id="1756" name="Google Shape;1756;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ED78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nvGrpSpPr>
            <p:cNvPr id="1758" name="Google Shape;1758;p27"/>
            <p:cNvGrpSpPr/>
            <p:nvPr/>
          </p:nvGrpSpPr>
          <p:grpSpPr>
            <a:xfrm rot="10800000">
              <a:off x="3423955" y="0"/>
              <a:ext cx="4377449" cy="520366"/>
              <a:chOff x="0" y="-47625"/>
              <a:chExt cx="864681" cy="102789"/>
            </a:xfrm>
          </p:grpSpPr>
          <p:sp>
            <p:nvSpPr>
              <p:cNvPr id="1759" name="Google Shape;1759;p27"/>
              <p:cNvSpPr/>
              <p:nvPr/>
            </p:nvSpPr>
            <p:spPr>
              <a:xfrm>
                <a:off x="0" y="0"/>
                <a:ext cx="864681" cy="55164"/>
              </a:xfrm>
              <a:custGeom>
                <a:avLst/>
                <a:gdLst/>
                <a:ahLst/>
                <a:cxnLst/>
                <a:rect l="l" t="t" r="r" b="b"/>
                <a:pathLst>
                  <a:path w="864681" h="55164" extrusionOk="0">
                    <a:moveTo>
                      <a:pt x="27582" y="0"/>
                    </a:moveTo>
                    <a:lnTo>
                      <a:pt x="837100" y="0"/>
                    </a:lnTo>
                    <a:cubicBezTo>
                      <a:pt x="852333" y="0"/>
                      <a:pt x="864681" y="12349"/>
                      <a:pt x="864681" y="27582"/>
                    </a:cubicBezTo>
                    <a:lnTo>
                      <a:pt x="864681" y="27582"/>
                    </a:lnTo>
                    <a:cubicBezTo>
                      <a:pt x="864681" y="34897"/>
                      <a:pt x="861775" y="41912"/>
                      <a:pt x="856603" y="47085"/>
                    </a:cubicBezTo>
                    <a:cubicBezTo>
                      <a:pt x="851430" y="52258"/>
                      <a:pt x="844415" y="55164"/>
                      <a:pt x="837100" y="55164"/>
                    </a:cubicBezTo>
                    <a:lnTo>
                      <a:pt x="27582" y="55164"/>
                    </a:lnTo>
                    <a:cubicBezTo>
                      <a:pt x="12349" y="55164"/>
                      <a:pt x="0" y="42815"/>
                      <a:pt x="0" y="27582"/>
                    </a:cubicBezTo>
                    <a:lnTo>
                      <a:pt x="0" y="27582"/>
                    </a:lnTo>
                    <a:cubicBezTo>
                      <a:pt x="0" y="12349"/>
                      <a:pt x="12349" y="0"/>
                      <a:pt x="27582" y="0"/>
                    </a:cubicBezTo>
                    <a:close/>
                  </a:path>
                </a:pathLst>
              </a:custGeom>
              <a:solidFill>
                <a:srgbClr val="F3D0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27"/>
              <p:cNvSpPr txBox="1"/>
              <p:nvPr/>
            </p:nvSpPr>
            <p:spPr>
              <a:xfrm>
                <a:off x="0" y="-47625"/>
                <a:ext cx="864681" cy="102789"/>
              </a:xfrm>
              <a:prstGeom prst="rect">
                <a:avLst/>
              </a:prstGeom>
              <a:noFill/>
              <a:ln>
                <a:noFill/>
              </a:ln>
            </p:spPr>
            <p:txBody>
              <a:bodyPr spcFirstLastPara="1" wrap="square" lIns="50800" tIns="50800" rIns="50800" bIns="50800" anchor="ctr" anchorCtr="0">
                <a:noAutofit/>
              </a:bodyPr>
              <a:lstStyle/>
              <a:p>
                <a:pPr marL="0" marR="0" lvl="0" indent="0" algn="ctr" rtl="0">
                  <a:lnSpc>
                    <a:spcPct val="186611"/>
                  </a:lnSpc>
                  <a:spcBef>
                    <a:spcPts val="0"/>
                  </a:spcBef>
                  <a:spcAft>
                    <a:spcPts val="0"/>
                  </a:spcAft>
                  <a:buNone/>
                </a:pPr>
                <a:endParaRPr sz="1800" b="0" i="0" u="none" strike="noStrike" cap="none">
                  <a:solidFill>
                    <a:schemeClr val="dk1"/>
                  </a:solidFill>
                  <a:latin typeface="Calibri"/>
                  <a:ea typeface="Calibri"/>
                  <a:cs typeface="Calibri"/>
                  <a:sym typeface="Calibri"/>
                </a:endParaRPr>
              </a:p>
            </p:txBody>
          </p:sp>
        </p:grpSp>
      </p:grpSp>
      <p:pic>
        <p:nvPicPr>
          <p:cNvPr id="1761" name="Google Shape;1761;p27"/>
          <p:cNvPicPr preferRelativeResize="0"/>
          <p:nvPr/>
        </p:nvPicPr>
        <p:blipFill>
          <a:blip r:embed="rId4">
            <a:alphaModFix/>
          </a:blip>
          <a:stretch>
            <a:fillRect/>
          </a:stretch>
        </p:blipFill>
        <p:spPr>
          <a:xfrm>
            <a:off x="1028700" y="3023657"/>
            <a:ext cx="9824100" cy="6537193"/>
          </a:xfrm>
          <a:prstGeom prst="rect">
            <a:avLst/>
          </a:prstGeom>
          <a:noFill/>
          <a:ln>
            <a:noFill/>
          </a:ln>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rogramming Lesson Presentation">
  <a:themeElements>
    <a:clrScheme name="Office">
      <a:dk1>
        <a:srgbClr val="000000"/>
      </a:dk1>
      <a:lt1>
        <a:srgbClr val="FFFFFF"/>
      </a:lt1>
      <a:dk2>
        <a:srgbClr val="888888"/>
      </a:dk2>
      <a:lt2>
        <a:srgbClr val="A6A6A6"/>
      </a:lt2>
      <a:accent1>
        <a:srgbClr val="BBBBBB"/>
      </a:accent1>
      <a:accent2>
        <a:srgbClr val="E9E9E9"/>
      </a:accent2>
      <a:accent3>
        <a:srgbClr val="F6836B"/>
      </a:accent3>
      <a:accent4>
        <a:srgbClr val="ED7843"/>
      </a:accent4>
      <a:accent5>
        <a:srgbClr val="FFFEF8"/>
      </a:accent5>
      <a:accent6>
        <a:srgbClr val="5EC9CC"/>
      </a:accent6>
      <a:hlink>
        <a:srgbClr val="FF4F63"/>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1021</TotalTime>
  <Words>86</Words>
  <Application>Microsoft Office PowerPoint</Application>
  <PresentationFormat>Custom</PresentationFormat>
  <Paragraphs>17</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Anton</vt:lpstr>
      <vt:lpstr>Arial</vt:lpstr>
      <vt:lpstr>Cascadia Code Light</vt:lpstr>
      <vt:lpstr>Calibri</vt:lpstr>
      <vt:lpstr>Programming Lesson Presentation</vt:lpstr>
      <vt:lpstr>PowerPoint Presentation</vt:lpstr>
      <vt:lpstr>PowerPoint Presentation</vt:lpstr>
      <vt:lpstr>BST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Windows User</cp:lastModifiedBy>
  <cp:revision>100</cp:revision>
  <dcterms:modified xsi:type="dcterms:W3CDTF">2025-12-04T05:29:46Z</dcterms:modified>
</cp:coreProperties>
</file>